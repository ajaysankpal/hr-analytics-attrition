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1"/>
  </p:sldMasterIdLst>
  <p:notesMasterIdLst>
    <p:notesMasterId r:id="rId6"/>
  </p:notesMasterIdLst>
  <p:handoutMasterIdLst>
    <p:handoutMasterId r:id="rId7"/>
  </p:handoutMasterIdLst>
  <p:sldIdLst>
    <p:sldId id="296" r:id="rId2"/>
    <p:sldId id="301" r:id="rId3"/>
    <p:sldId id="298" r:id="rId4"/>
    <p:sldId id="29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C48"/>
    <a:srgbClr val="2C2D39"/>
    <a:srgbClr val="242630"/>
    <a:srgbClr val="2A1F43"/>
    <a:srgbClr val="0C1B43"/>
    <a:srgbClr val="000000"/>
    <a:srgbClr val="1D2225"/>
    <a:srgbClr val="F8F8F8"/>
    <a:srgbClr val="363C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0551" autoAdjust="0"/>
  </p:normalViewPr>
  <p:slideViewPr>
    <p:cSldViewPr snapToGrid="0" snapToObjects="1">
      <p:cViewPr varScale="1">
        <p:scale>
          <a:sx n="82" d="100"/>
          <a:sy n="82" d="100"/>
        </p:scale>
        <p:origin x="720" y="48"/>
      </p:cViewPr>
      <p:guideLst/>
    </p:cSldViewPr>
  </p:slideViewPr>
  <p:notesTextViewPr>
    <p:cViewPr>
      <p:scale>
        <a:sx n="1" d="1"/>
        <a:sy n="1" d="1"/>
      </p:scale>
      <p:origin x="0" y="0"/>
    </p:cViewPr>
  </p:notesTextViewPr>
  <p:notesViewPr>
    <p:cSldViewPr snapToGrid="0" snapToObjects="1">
      <p:cViewPr varScale="1">
        <p:scale>
          <a:sx n="86" d="100"/>
          <a:sy n="86" d="100"/>
        </p:scale>
        <p:origin x="2416"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u="sng" dirty="0">
                <a:solidFill>
                  <a:srgbClr val="FF0000"/>
                </a:solidFill>
              </a:rPr>
              <a:t>Avg. working Years By</a:t>
            </a:r>
            <a:r>
              <a:rPr lang="en-US" b="1" u="sng" baseline="0" dirty="0">
                <a:solidFill>
                  <a:srgbClr val="FF0000"/>
                </a:solidFill>
              </a:rPr>
              <a:t> Department</a:t>
            </a:r>
            <a:endParaRPr lang="en-US" b="1" u="sng" dirty="0">
              <a:solidFill>
                <a:srgbClr val="FF0000"/>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mr-IN"/>
        </a:p>
      </c:txPr>
    </c:title>
    <c:autoTitleDeleted val="0"/>
    <c:plotArea>
      <c:layout>
        <c:manualLayout>
          <c:layoutTarget val="inner"/>
          <c:xMode val="edge"/>
          <c:yMode val="edge"/>
          <c:x val="0.28733286862365703"/>
          <c:y val="0.24283934137321533"/>
          <c:w val="0.64288078321293607"/>
          <c:h val="0.57560619952599035"/>
        </c:manualLayout>
      </c:layout>
      <c:barChart>
        <c:barDir val="bar"/>
        <c:grouping val="clustered"/>
        <c:varyColors val="0"/>
        <c:ser>
          <c:idx val="0"/>
          <c:order val="0"/>
          <c:tx>
            <c:strRef>
              <c:f>Sheet1!$B$1</c:f>
              <c:strCache>
                <c:ptCount val="1"/>
                <c:pt idx="0">
                  <c:v>Average of TotalWorkingYears</c:v>
                </c:pt>
              </c:strCache>
            </c:strRef>
          </c:tx>
          <c:spPr>
            <a:solidFill>
              <a:schemeClr val="accent1"/>
            </a:solidFill>
            <a:ln w="19050">
              <a:solidFill>
                <a:schemeClr val="lt1"/>
              </a:solidFill>
            </a:ln>
            <a:effectLst/>
          </c:spPr>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4-F89F-4EAF-9EE3-582420DF8186}"/>
              </c:ext>
            </c:extLst>
          </c:dPt>
          <c:dPt>
            <c:idx val="1"/>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3-F89F-4EAF-9EE3-582420DF8186}"/>
              </c:ext>
            </c:extLst>
          </c:dPt>
          <c:dPt>
            <c:idx val="2"/>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2-F89F-4EAF-9EE3-582420DF8186}"/>
              </c:ext>
            </c:extLst>
          </c:dPt>
          <c:dPt>
            <c:idx val="3"/>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F89F-4EAF-9EE3-582420DF8186}"/>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mr-I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Hardware</c:v>
                </c:pt>
                <c:pt idx="1">
                  <c:v>Human Resources</c:v>
                </c:pt>
                <c:pt idx="2">
                  <c:v>Research &amp; Development</c:v>
                </c:pt>
                <c:pt idx="3">
                  <c:v>Sales</c:v>
                </c:pt>
              </c:strCache>
            </c:strRef>
          </c:cat>
          <c:val>
            <c:numRef>
              <c:f>Sheet1!$B$2:$B$5</c:f>
              <c:numCache>
                <c:formatCode>0.00</c:formatCode>
                <c:ptCount val="4"/>
                <c:pt idx="0">
                  <c:v>20.667033908679151</c:v>
                </c:pt>
                <c:pt idx="1">
                  <c:v>20.489902589688761</c:v>
                </c:pt>
                <c:pt idx="2">
                  <c:v>20.648515446568098</c:v>
                </c:pt>
                <c:pt idx="3">
                  <c:v>20.31870341890453</c:v>
                </c:pt>
              </c:numCache>
            </c:numRef>
          </c:val>
          <c:extLst>
            <c:ext xmlns:c16="http://schemas.microsoft.com/office/drawing/2014/chart" uri="{C3380CC4-5D6E-409C-BE32-E72D297353CC}">
              <c16:uniqueId val="{00000000-F89F-4EAF-9EE3-582420DF8186}"/>
            </c:ext>
          </c:extLst>
        </c:ser>
        <c:dLbls>
          <c:dLblPos val="outEnd"/>
          <c:showLegendKey val="0"/>
          <c:showVal val="1"/>
          <c:showCatName val="0"/>
          <c:showSerName val="0"/>
          <c:showPercent val="0"/>
          <c:showBubbleSize val="0"/>
        </c:dLbls>
        <c:gapWidth val="100"/>
        <c:axId val="1623560272"/>
        <c:axId val="1959371472"/>
      </c:barChart>
      <c:catAx>
        <c:axId val="1623560272"/>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mr-IN"/>
          </a:p>
        </c:txPr>
        <c:crossAx val="1959371472"/>
        <c:crosses val="autoZero"/>
        <c:auto val="1"/>
        <c:lblAlgn val="ctr"/>
        <c:lblOffset val="100"/>
        <c:noMultiLvlLbl val="0"/>
      </c:catAx>
      <c:valAx>
        <c:axId val="1959371472"/>
        <c:scaling>
          <c:orientation val="minMax"/>
        </c:scaling>
        <c:delete val="1"/>
        <c:axPos val="b"/>
        <c:numFmt formatCode="0.00" sourceLinked="1"/>
        <c:majorTickMark val="out"/>
        <c:minorTickMark val="none"/>
        <c:tickLblPos val="nextTo"/>
        <c:crossAx val="16235602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mr-I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u="sng" dirty="0">
                <a:solidFill>
                  <a:srgbClr val="FF0000"/>
                </a:solidFill>
              </a:rPr>
              <a:t>Attrition Rate Vs year since last promotion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mr-IN"/>
        </a:p>
      </c:txPr>
    </c:title>
    <c:autoTitleDeleted val="0"/>
    <c:plotArea>
      <c:layout>
        <c:manualLayout>
          <c:layoutTarget val="inner"/>
          <c:xMode val="edge"/>
          <c:yMode val="edge"/>
          <c:x val="0.28733286862365703"/>
          <c:y val="0.24283934137321533"/>
          <c:w val="0.37293239099380143"/>
          <c:h val="0.57560619952599035"/>
        </c:manualLayout>
      </c:layout>
      <c:pieChart>
        <c:varyColors val="1"/>
        <c:dLbls>
          <c:showLegendKey val="0"/>
          <c:showVal val="1"/>
          <c:showCatName val="1"/>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mr-I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u="sng" dirty="0">
                <a:solidFill>
                  <a:srgbClr val="FF0000"/>
                </a:solidFill>
              </a:rPr>
              <a:t>Avg. working Years By</a:t>
            </a:r>
            <a:r>
              <a:rPr lang="en-US" b="1" u="sng" baseline="0" dirty="0">
                <a:solidFill>
                  <a:srgbClr val="FF0000"/>
                </a:solidFill>
              </a:rPr>
              <a:t> Department</a:t>
            </a:r>
            <a:endParaRPr lang="en-US" b="1" u="sng" dirty="0">
              <a:solidFill>
                <a:srgbClr val="FF0000"/>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mr-IN"/>
        </a:p>
      </c:txPr>
    </c:title>
    <c:autoTitleDeleted val="0"/>
    <c:plotArea>
      <c:layout>
        <c:manualLayout>
          <c:layoutTarget val="inner"/>
          <c:xMode val="edge"/>
          <c:yMode val="edge"/>
          <c:x val="0.28733286862365703"/>
          <c:y val="0.24283934137321533"/>
          <c:w val="0.64288078321293607"/>
          <c:h val="0.57560619952599035"/>
        </c:manualLayout>
      </c:layout>
      <c:barChart>
        <c:barDir val="bar"/>
        <c:grouping val="clustered"/>
        <c:varyColors val="0"/>
        <c:ser>
          <c:idx val="0"/>
          <c:order val="0"/>
          <c:tx>
            <c:strRef>
              <c:f>Sheet1!$B$1</c:f>
              <c:strCache>
                <c:ptCount val="1"/>
                <c:pt idx="0">
                  <c:v>Average of TotalWorkingYears</c:v>
                </c:pt>
              </c:strCache>
            </c:strRef>
          </c:tx>
          <c:spPr>
            <a:solidFill>
              <a:schemeClr val="accent1"/>
            </a:solidFill>
            <a:ln w="19050">
              <a:solidFill>
                <a:schemeClr val="lt1"/>
              </a:solidFill>
            </a:ln>
            <a:effectLst/>
          </c:spPr>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5BC0-482A-884F-B11353665039}"/>
              </c:ext>
            </c:extLst>
          </c:dPt>
          <c:dPt>
            <c:idx val="1"/>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3-5BC0-482A-884F-B11353665039}"/>
              </c:ext>
            </c:extLst>
          </c:dPt>
          <c:dPt>
            <c:idx val="2"/>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5-5BC0-482A-884F-B11353665039}"/>
              </c:ext>
            </c:extLst>
          </c:dPt>
          <c:dPt>
            <c:idx val="3"/>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7-5BC0-482A-884F-B1135366503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mr-I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Hardware</c:v>
                </c:pt>
                <c:pt idx="1">
                  <c:v>Human Resources</c:v>
                </c:pt>
                <c:pt idx="2">
                  <c:v>Research &amp; Development</c:v>
                </c:pt>
                <c:pt idx="3">
                  <c:v>Sales</c:v>
                </c:pt>
              </c:strCache>
            </c:strRef>
          </c:cat>
          <c:val>
            <c:numRef>
              <c:f>Sheet1!$B$2:$B$5</c:f>
              <c:numCache>
                <c:formatCode>0.00</c:formatCode>
                <c:ptCount val="4"/>
                <c:pt idx="0">
                  <c:v>20.667033908679151</c:v>
                </c:pt>
                <c:pt idx="1">
                  <c:v>20.489902589688761</c:v>
                </c:pt>
                <c:pt idx="2">
                  <c:v>20.648515446568098</c:v>
                </c:pt>
                <c:pt idx="3">
                  <c:v>20.31870341890453</c:v>
                </c:pt>
              </c:numCache>
            </c:numRef>
          </c:val>
          <c:extLst>
            <c:ext xmlns:c16="http://schemas.microsoft.com/office/drawing/2014/chart" uri="{C3380CC4-5D6E-409C-BE32-E72D297353CC}">
              <c16:uniqueId val="{00000008-5BC0-482A-884F-B11353665039}"/>
            </c:ext>
          </c:extLst>
        </c:ser>
        <c:dLbls>
          <c:dLblPos val="outEnd"/>
          <c:showLegendKey val="0"/>
          <c:showVal val="1"/>
          <c:showCatName val="0"/>
          <c:showSerName val="0"/>
          <c:showPercent val="0"/>
          <c:showBubbleSize val="0"/>
        </c:dLbls>
        <c:gapWidth val="100"/>
        <c:axId val="1623560272"/>
        <c:axId val="1959371472"/>
      </c:barChart>
      <c:catAx>
        <c:axId val="1623560272"/>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mr-IN"/>
          </a:p>
        </c:txPr>
        <c:crossAx val="1959371472"/>
        <c:crosses val="autoZero"/>
        <c:auto val="1"/>
        <c:lblAlgn val="ctr"/>
        <c:lblOffset val="100"/>
        <c:noMultiLvlLbl val="0"/>
      </c:catAx>
      <c:valAx>
        <c:axId val="1959371472"/>
        <c:scaling>
          <c:orientation val="minMax"/>
        </c:scaling>
        <c:delete val="1"/>
        <c:axPos val="b"/>
        <c:numFmt formatCode="0.00" sourceLinked="1"/>
        <c:majorTickMark val="out"/>
        <c:minorTickMark val="none"/>
        <c:tickLblPos val="nextTo"/>
        <c:crossAx val="16235602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mr-I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5A2E05-2C6E-484E-9BB1-366C90717B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2043844-B7FE-EC43-89AA-8831B859F9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B138B2-18CD-1D41-89B0-ADB5F3BA92A3}" type="datetimeFigureOut">
              <a:rPr lang="en-US" smtClean="0"/>
              <a:t>11/30/2023</a:t>
            </a:fld>
            <a:endParaRPr lang="en-US" dirty="0"/>
          </a:p>
        </p:txBody>
      </p:sp>
      <p:sp>
        <p:nvSpPr>
          <p:cNvPr id="4" name="Footer Placeholder 3">
            <a:extLst>
              <a:ext uri="{FF2B5EF4-FFF2-40B4-BE49-F238E27FC236}">
                <a16:creationId xmlns:a16="http://schemas.microsoft.com/office/drawing/2014/main" id="{BFAC2EDC-03FB-D147-9BAA-37FCFF988C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8E195D-E935-D746-A5D1-61E2EBF7EF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7D167-9BB5-2048-9DDA-7DF8E5D94DC9}" type="slidenum">
              <a:rPr lang="en-US" smtClean="0"/>
              <a:t>‹#›</a:t>
            </a:fld>
            <a:endParaRPr lang="en-US" dirty="0"/>
          </a:p>
        </p:txBody>
      </p:sp>
    </p:spTree>
    <p:extLst>
      <p:ext uri="{BB962C8B-B14F-4D97-AF65-F5344CB8AC3E}">
        <p14:creationId xmlns:p14="http://schemas.microsoft.com/office/powerpoint/2010/main" val="2977512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A355-8776-CB43-838E-ED9EE2F8390B}" type="datetimeFigureOut">
              <a:rPr lang="en-US" smtClean="0"/>
              <a:t>11/30/2023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03FA8-A3F3-7640-B13D-36C73B3E5587}" type="slidenum">
              <a:rPr lang="en-US" smtClean="0"/>
              <a:t>‹#›</a:t>
            </a:fld>
            <a:endParaRPr lang="en-US" dirty="0"/>
          </a:p>
        </p:txBody>
      </p:sp>
    </p:spTree>
    <p:extLst>
      <p:ext uri="{BB962C8B-B14F-4D97-AF65-F5344CB8AC3E}">
        <p14:creationId xmlns:p14="http://schemas.microsoft.com/office/powerpoint/2010/main" val="3220178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1</a:t>
            </a:fld>
            <a:endParaRPr lang="en-US" dirty="0"/>
          </a:p>
        </p:txBody>
      </p:sp>
    </p:spTree>
    <p:extLst>
      <p:ext uri="{BB962C8B-B14F-4D97-AF65-F5344CB8AC3E}">
        <p14:creationId xmlns:p14="http://schemas.microsoft.com/office/powerpoint/2010/main" val="1465011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2</a:t>
            </a:fld>
            <a:endParaRPr lang="en-US" dirty="0"/>
          </a:p>
        </p:txBody>
      </p:sp>
    </p:spTree>
    <p:extLst>
      <p:ext uri="{BB962C8B-B14F-4D97-AF65-F5344CB8AC3E}">
        <p14:creationId xmlns:p14="http://schemas.microsoft.com/office/powerpoint/2010/main" val="686866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303FA8-A3F3-7640-B13D-36C73B3E5587}" type="slidenum">
              <a:rPr lang="en-US" smtClean="0"/>
              <a:t>3</a:t>
            </a:fld>
            <a:endParaRPr lang="en-US" dirty="0"/>
          </a:p>
        </p:txBody>
      </p:sp>
    </p:spTree>
    <p:extLst>
      <p:ext uri="{BB962C8B-B14F-4D97-AF65-F5344CB8AC3E}">
        <p14:creationId xmlns:p14="http://schemas.microsoft.com/office/powerpoint/2010/main" val="2297063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alpha val="3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C33A90-B87E-634E-AF2A-F4C3C8923FED}"/>
              </a:ext>
            </a:extLst>
          </p:cNvPr>
          <p:cNvSpPr/>
          <p:nvPr userDrawn="1"/>
        </p:nvSpPr>
        <p:spPr>
          <a:xfrm>
            <a:off x="0" y="914400"/>
            <a:ext cx="12192000" cy="5029200"/>
          </a:xfrm>
          <a:prstGeom prst="rect">
            <a:avLst/>
          </a:prstGeom>
          <a:pattFill prst="lgGrid">
            <a:fgClr>
              <a:schemeClr val="tx2">
                <a:lumMod val="10000"/>
                <a:lumOff val="9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41147E0E-4AE4-D149-A315-F2528623D5EA}"/>
              </a:ext>
            </a:extLst>
          </p:cNvPr>
          <p:cNvSpPr/>
          <p:nvPr userDrawn="1"/>
        </p:nvSpPr>
        <p:spPr>
          <a:xfrm>
            <a:off x="763425" y="2818150"/>
            <a:ext cx="6207001" cy="257181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2">
            <a:extLst>
              <a:ext uri="{FF2B5EF4-FFF2-40B4-BE49-F238E27FC236}">
                <a16:creationId xmlns:a16="http://schemas.microsoft.com/office/drawing/2014/main" id="{AA222472-5BC8-7B4F-AB2F-B6A10019B606}"/>
              </a:ext>
            </a:extLst>
          </p:cNvPr>
          <p:cNvSpPr>
            <a:spLocks noChangeArrowheads="1"/>
          </p:cNvSpPr>
          <p:nvPr userDrawn="1"/>
        </p:nvSpPr>
        <p:spPr bwMode="auto">
          <a:xfrm>
            <a:off x="3105150" y="35607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Title 1">
            <a:extLst>
              <a:ext uri="{FF2B5EF4-FFF2-40B4-BE49-F238E27FC236}">
                <a16:creationId xmlns:a16="http://schemas.microsoft.com/office/drawing/2014/main" id="{E3ED0903-C4AC-F843-878E-D66CB7BFB0E9}"/>
              </a:ext>
            </a:extLst>
          </p:cNvPr>
          <p:cNvSpPr>
            <a:spLocks noGrp="1"/>
          </p:cNvSpPr>
          <p:nvPr>
            <p:ph type="title" hasCustomPrompt="1"/>
          </p:nvPr>
        </p:nvSpPr>
        <p:spPr>
          <a:xfrm>
            <a:off x="1108430" y="3267744"/>
            <a:ext cx="5651293" cy="1086304"/>
          </a:xfrm>
          <a:prstGeom prst="rect">
            <a:avLst/>
          </a:prstGeom>
        </p:spPr>
        <p:txBody>
          <a:bodyPr lIns="91440" rIns="91440" anchor="ctr" anchorCtr="0">
            <a:noAutofit/>
          </a:bodyPr>
          <a:lstStyle>
            <a:lvl1pPr algn="l">
              <a:defRPr sz="8800" b="1" i="0" spc="150" baseline="0">
                <a:solidFill>
                  <a:schemeClr val="tx1"/>
                </a:solidFill>
                <a:latin typeface="+mj-lt"/>
                <a:ea typeface="Meiryo UI" panose="020B0604030504040204" pitchFamily="34" charset="-128"/>
              </a:defRPr>
            </a:lvl1pPr>
          </a:lstStyle>
          <a:p>
            <a:r>
              <a:rPr lang="en-US" noProof="0" dirty="0"/>
              <a:t>Title</a:t>
            </a:r>
          </a:p>
        </p:txBody>
      </p:sp>
      <p:sp>
        <p:nvSpPr>
          <p:cNvPr id="11" name="Picture Placeholder 10">
            <a:extLst>
              <a:ext uri="{FF2B5EF4-FFF2-40B4-BE49-F238E27FC236}">
                <a16:creationId xmlns:a16="http://schemas.microsoft.com/office/drawing/2014/main" id="{C8F278E7-697F-D34E-BB55-5D254AF87F94}"/>
              </a:ext>
            </a:extLst>
          </p:cNvPr>
          <p:cNvSpPr>
            <a:spLocks noGrp="1"/>
          </p:cNvSpPr>
          <p:nvPr>
            <p:ph type="pic" sz="quarter" idx="14"/>
          </p:nvPr>
        </p:nvSpPr>
        <p:spPr>
          <a:xfrm>
            <a:off x="5923125" y="0"/>
            <a:ext cx="6268875" cy="6858000"/>
          </a:xfrm>
          <a:custGeom>
            <a:avLst/>
            <a:gdLst>
              <a:gd name="connsiteX0" fmla="*/ 0 w 6268875"/>
              <a:gd name="connsiteY0" fmla="*/ 0 h 6858000"/>
              <a:gd name="connsiteX1" fmla="*/ 6268875 w 6268875"/>
              <a:gd name="connsiteY1" fmla="*/ 0 h 6858000"/>
              <a:gd name="connsiteX2" fmla="*/ 6268875 w 6268875"/>
              <a:gd name="connsiteY2" fmla="*/ 6858000 h 6858000"/>
              <a:gd name="connsiteX3" fmla="*/ 0 w 6268875"/>
              <a:gd name="connsiteY3" fmla="*/ 6858000 h 6858000"/>
              <a:gd name="connsiteX4" fmla="*/ 0 w 6268875"/>
              <a:gd name="connsiteY4" fmla="*/ 5389964 h 6858000"/>
              <a:gd name="connsiteX5" fmla="*/ 1047301 w 6268875"/>
              <a:gd name="connsiteY5" fmla="*/ 5389964 h 6858000"/>
              <a:gd name="connsiteX6" fmla="*/ 1047301 w 6268875"/>
              <a:gd name="connsiteY6" fmla="*/ 2814404 h 6858000"/>
              <a:gd name="connsiteX7" fmla="*/ 0 w 6268875"/>
              <a:gd name="connsiteY7" fmla="*/ 28144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8875" h="6858000">
                <a:moveTo>
                  <a:pt x="0" y="0"/>
                </a:moveTo>
                <a:lnTo>
                  <a:pt x="6268875" y="0"/>
                </a:lnTo>
                <a:lnTo>
                  <a:pt x="6268875" y="6858000"/>
                </a:lnTo>
                <a:lnTo>
                  <a:pt x="0" y="6858000"/>
                </a:lnTo>
                <a:lnTo>
                  <a:pt x="0" y="5389964"/>
                </a:lnTo>
                <a:lnTo>
                  <a:pt x="1047301" y="5389964"/>
                </a:lnTo>
                <a:lnTo>
                  <a:pt x="1047301" y="2814404"/>
                </a:lnTo>
                <a:lnTo>
                  <a:pt x="0" y="2814404"/>
                </a:lnTo>
                <a:close/>
              </a:path>
            </a:pathLst>
          </a:custGeom>
          <a:solidFill>
            <a:schemeClr val="tx1"/>
          </a:solidFill>
        </p:spPr>
        <p:txBody>
          <a:bodyPr wrap="square">
            <a:noAutofit/>
          </a:bodyPr>
          <a:lstStyle>
            <a:lvl1pPr marL="0" indent="0">
              <a:buNone/>
              <a:defRPr>
                <a:solidFill>
                  <a:schemeClr val="bg1"/>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762719C4-9998-4B9C-8E34-87A64F6BCDAE}"/>
              </a:ext>
            </a:extLst>
          </p:cNvPr>
          <p:cNvSpPr>
            <a:spLocks noGrp="1"/>
          </p:cNvSpPr>
          <p:nvPr>
            <p:ph type="body" sz="quarter" idx="15" hasCustomPrompt="1"/>
          </p:nvPr>
        </p:nvSpPr>
        <p:spPr>
          <a:xfrm>
            <a:off x="1124261" y="4354048"/>
            <a:ext cx="5651500" cy="704088"/>
          </a:xfrm>
        </p:spPr>
        <p:txBody>
          <a:bodyPr anchor="ctr">
            <a:normAutofit/>
          </a:bodyPr>
          <a:lstStyle>
            <a:lvl1pPr marL="0" indent="0">
              <a:buNone/>
              <a:defRPr sz="2400" b="1" i="0" cap="all" spc="600" baseline="0"/>
            </a:lvl1pPr>
          </a:lstStyle>
          <a:p>
            <a:pPr lvl="0"/>
            <a:r>
              <a:rPr lang="en-US" dirty="0"/>
              <a:t>Subtitle</a:t>
            </a:r>
          </a:p>
        </p:txBody>
      </p:sp>
    </p:spTree>
    <p:extLst>
      <p:ext uri="{BB962C8B-B14F-4D97-AF65-F5344CB8AC3E}">
        <p14:creationId xmlns:p14="http://schemas.microsoft.com/office/powerpoint/2010/main" val="147982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bg2">
            <a:alpha val="40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FBA462-7E60-BA4E-9A1E-3B5E69DACB3A}"/>
              </a:ext>
            </a:extLst>
          </p:cNvPr>
          <p:cNvSpPr>
            <a:spLocks noGrp="1"/>
          </p:cNvSpPr>
          <p:nvPr>
            <p:ph type="dt" sz="half" idx="10"/>
          </p:nvPr>
        </p:nvSpPr>
        <p:spPr/>
        <p:txBody>
          <a:bodyPr/>
          <a:lstStyle/>
          <a:p>
            <a:fld id="{CACCE73A-EC7C-C74F-BDE1-B9AFE6B3713A}" type="datetimeFigureOut">
              <a:rPr lang="en-US" smtClean="0"/>
              <a:t>11/30/2023</a:t>
            </a:fld>
            <a:endParaRPr lang="en-US" dirty="0"/>
          </a:p>
        </p:txBody>
      </p:sp>
      <p:sp>
        <p:nvSpPr>
          <p:cNvPr id="3" name="Footer Placeholder 2">
            <a:extLst>
              <a:ext uri="{FF2B5EF4-FFF2-40B4-BE49-F238E27FC236}">
                <a16:creationId xmlns:a16="http://schemas.microsoft.com/office/drawing/2014/main" id="{218A28A8-5C75-FC4B-9A28-8F343DF4B1F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1FD5A6F-AE17-4E4C-9567-DB3B02853306}"/>
              </a:ext>
            </a:extLst>
          </p:cNvPr>
          <p:cNvSpPr>
            <a:spLocks noGrp="1"/>
          </p:cNvSpPr>
          <p:nvPr>
            <p:ph type="sldNum" sz="quarter" idx="12"/>
          </p:nvPr>
        </p:nvSpPr>
        <p:spPr/>
        <p:txBody>
          <a:bodyPr/>
          <a:lstStyle/>
          <a:p>
            <a:fld id="{6F705D35-D126-3B47-A82C-2A13EA9E0A67}" type="slidenum">
              <a:rPr lang="en-US" smtClean="0"/>
              <a:t>‹#›</a:t>
            </a:fld>
            <a:endParaRPr lang="en-US" dirty="0"/>
          </a:p>
        </p:txBody>
      </p:sp>
      <p:sp>
        <p:nvSpPr>
          <p:cNvPr id="5" name="Rectangle 4">
            <a:extLst>
              <a:ext uri="{FF2B5EF4-FFF2-40B4-BE49-F238E27FC236}">
                <a16:creationId xmlns:a16="http://schemas.microsoft.com/office/drawing/2014/main" id="{F9B59AC0-ACCA-0548-A037-BC61068B8FE2}"/>
              </a:ext>
            </a:extLst>
          </p:cNvPr>
          <p:cNvSpPr/>
          <p:nvPr userDrawn="1"/>
        </p:nvSpPr>
        <p:spPr>
          <a:xfrm>
            <a:off x="0" y="0"/>
            <a:ext cx="12192000" cy="986306"/>
          </a:xfrm>
          <a:prstGeom prst="rect">
            <a:avLst/>
          </a:prstGeom>
          <a:pattFill prst="lgGrid">
            <a:fgClr>
              <a:schemeClr val="tx2">
                <a:lumMod val="10000"/>
                <a:lumOff val="9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A57C152-0331-B74F-81FE-04A927A72C7B}"/>
              </a:ext>
            </a:extLst>
          </p:cNvPr>
          <p:cNvSpPr/>
          <p:nvPr userDrawn="1"/>
        </p:nvSpPr>
        <p:spPr>
          <a:xfrm>
            <a:off x="350520" y="279792"/>
            <a:ext cx="11475720" cy="98630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rtlCol="0" anchor="ctr"/>
          <a:lstStyle/>
          <a:p>
            <a:endParaRPr lang="en-US" sz="2400" b="1" dirty="0">
              <a:latin typeface="Meiryo" panose="020B0604030504040204" pitchFamily="34" charset="-128"/>
              <a:ea typeface="Meiryo" panose="020B0604030504040204" pitchFamily="34" charset="-128"/>
            </a:endParaRPr>
          </a:p>
        </p:txBody>
      </p:sp>
      <p:sp>
        <p:nvSpPr>
          <p:cNvPr id="8" name="Title 1">
            <a:extLst>
              <a:ext uri="{FF2B5EF4-FFF2-40B4-BE49-F238E27FC236}">
                <a16:creationId xmlns:a16="http://schemas.microsoft.com/office/drawing/2014/main" id="{5FDDD9A4-1691-5D47-9605-21650E2212D3}"/>
              </a:ext>
            </a:extLst>
          </p:cNvPr>
          <p:cNvSpPr>
            <a:spLocks noGrp="1"/>
          </p:cNvSpPr>
          <p:nvPr>
            <p:ph type="title"/>
          </p:nvPr>
        </p:nvSpPr>
        <p:spPr>
          <a:xfrm>
            <a:off x="639413" y="483440"/>
            <a:ext cx="10904438" cy="583800"/>
          </a:xfrm>
          <a:prstGeom prst="rect">
            <a:avLst/>
          </a:prstGeom>
        </p:spPr>
        <p:txBody>
          <a:bodyPr lIns="91440" rIns="91440">
            <a:noAutofit/>
          </a:bodyPr>
          <a:lstStyle>
            <a:lvl1pPr>
              <a:defRPr sz="2400" b="1" i="0" spc="150" baseline="0">
                <a:solidFill>
                  <a:schemeClr val="tx1"/>
                </a:solidFill>
                <a:latin typeface="+mj-lt"/>
                <a:ea typeface="Meiryo UI" panose="020B0604030504040204" pitchFamily="34" charset="-128"/>
              </a:defRPr>
            </a:lvl1pPr>
          </a:lstStyle>
          <a:p>
            <a:r>
              <a:rPr lang="en-US"/>
              <a:t>Click to edit Master title style</a:t>
            </a:r>
            <a:endParaRPr lang="en-US" dirty="0"/>
          </a:p>
        </p:txBody>
      </p:sp>
      <p:sp>
        <p:nvSpPr>
          <p:cNvPr id="10" name="Content Placeholder 9">
            <a:extLst>
              <a:ext uri="{FF2B5EF4-FFF2-40B4-BE49-F238E27FC236}">
                <a16:creationId xmlns:a16="http://schemas.microsoft.com/office/drawing/2014/main" id="{A6B69B4E-3A48-4F14-8C09-ECC8E58C7321}"/>
              </a:ext>
            </a:extLst>
          </p:cNvPr>
          <p:cNvSpPr>
            <a:spLocks noGrp="1"/>
          </p:cNvSpPr>
          <p:nvPr>
            <p:ph sz="quarter" idx="13"/>
          </p:nvPr>
        </p:nvSpPr>
        <p:spPr>
          <a:xfrm>
            <a:off x="639763" y="1470025"/>
            <a:ext cx="10904088" cy="470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49630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ntent ">
    <p:bg>
      <p:bgPr>
        <a:solidFill>
          <a:schemeClr val="bg2">
            <a:alpha val="4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7C56A2-F952-8343-A875-78793BA51A34}"/>
              </a:ext>
            </a:extLst>
          </p:cNvPr>
          <p:cNvSpPr/>
          <p:nvPr userDrawn="1"/>
        </p:nvSpPr>
        <p:spPr>
          <a:xfrm>
            <a:off x="0" y="5871694"/>
            <a:ext cx="12192000" cy="986306"/>
          </a:xfrm>
          <a:prstGeom prst="rect">
            <a:avLst/>
          </a:prstGeom>
          <a:pattFill prst="lgGrid">
            <a:fgClr>
              <a:schemeClr val="tx1">
                <a:lumMod val="10000"/>
                <a:lumOff val="9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1BB3689-72F8-2345-BF30-38C81BDD487E}"/>
              </a:ext>
            </a:extLst>
          </p:cNvPr>
          <p:cNvSpPr/>
          <p:nvPr userDrawn="1"/>
        </p:nvSpPr>
        <p:spPr>
          <a:xfrm>
            <a:off x="5002306" y="0"/>
            <a:ext cx="7189694"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09FBA462-7E60-BA4E-9A1E-3B5E69DACB3A}"/>
              </a:ext>
            </a:extLst>
          </p:cNvPr>
          <p:cNvSpPr>
            <a:spLocks noGrp="1"/>
          </p:cNvSpPr>
          <p:nvPr>
            <p:ph type="dt" sz="half" idx="10"/>
          </p:nvPr>
        </p:nvSpPr>
        <p:spPr/>
        <p:txBody>
          <a:bodyPr/>
          <a:lstStyle/>
          <a:p>
            <a:fld id="{CACCE73A-EC7C-C74F-BDE1-B9AFE6B3713A}" type="datetimeFigureOut">
              <a:rPr lang="en-US" smtClean="0"/>
              <a:t>11/30/2023</a:t>
            </a:fld>
            <a:endParaRPr lang="en-US" dirty="0"/>
          </a:p>
        </p:txBody>
      </p:sp>
      <p:sp>
        <p:nvSpPr>
          <p:cNvPr id="3" name="Footer Placeholder 2">
            <a:extLst>
              <a:ext uri="{FF2B5EF4-FFF2-40B4-BE49-F238E27FC236}">
                <a16:creationId xmlns:a16="http://schemas.microsoft.com/office/drawing/2014/main" id="{218A28A8-5C75-FC4B-9A28-8F343DF4B1F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1FD5A6F-AE17-4E4C-9567-DB3B02853306}"/>
              </a:ext>
            </a:extLst>
          </p:cNvPr>
          <p:cNvSpPr>
            <a:spLocks noGrp="1"/>
          </p:cNvSpPr>
          <p:nvPr>
            <p:ph type="sldNum" sz="quarter" idx="12"/>
          </p:nvPr>
        </p:nvSpPr>
        <p:spPr/>
        <p:txBody>
          <a:bodyPr/>
          <a:lstStyle/>
          <a:p>
            <a:fld id="{6F705D35-D126-3B47-A82C-2A13EA9E0A67}" type="slidenum">
              <a:rPr lang="en-US" smtClean="0"/>
              <a:t>‹#›</a:t>
            </a:fld>
            <a:endParaRPr lang="en-US" dirty="0"/>
          </a:p>
        </p:txBody>
      </p:sp>
      <p:sp>
        <p:nvSpPr>
          <p:cNvPr id="9" name="Title 1">
            <a:extLst>
              <a:ext uri="{FF2B5EF4-FFF2-40B4-BE49-F238E27FC236}">
                <a16:creationId xmlns:a16="http://schemas.microsoft.com/office/drawing/2014/main" id="{656FB1BA-653F-254C-9C39-2A5BDD763EE8}"/>
              </a:ext>
            </a:extLst>
          </p:cNvPr>
          <p:cNvSpPr>
            <a:spLocks noGrp="1"/>
          </p:cNvSpPr>
          <p:nvPr>
            <p:ph type="title"/>
          </p:nvPr>
        </p:nvSpPr>
        <p:spPr>
          <a:xfrm>
            <a:off x="6761117" y="681037"/>
            <a:ext cx="4791637" cy="583800"/>
          </a:xfrm>
          <a:prstGeom prst="rect">
            <a:avLst/>
          </a:prstGeom>
        </p:spPr>
        <p:txBody>
          <a:bodyPr lIns="91440" rIns="91440">
            <a:noAutofit/>
          </a:bodyPr>
          <a:lstStyle>
            <a:lvl1pPr>
              <a:defRPr sz="2400" b="1" i="0" spc="150" baseline="0">
                <a:solidFill>
                  <a:schemeClr val="tx1"/>
                </a:solidFill>
                <a:latin typeface="+mj-lt"/>
                <a:ea typeface="Meiryo UI" panose="020B0604030504040204" pitchFamily="34" charset="-128"/>
              </a:defRPr>
            </a:lvl1pPr>
          </a:lstStyle>
          <a:p>
            <a:r>
              <a:rPr lang="en-US"/>
              <a:t>Click to edit Master title style</a:t>
            </a:r>
            <a:endParaRPr lang="en-US" dirty="0"/>
          </a:p>
        </p:txBody>
      </p:sp>
      <p:sp>
        <p:nvSpPr>
          <p:cNvPr id="12" name="Picture Placeholder 10">
            <a:extLst>
              <a:ext uri="{FF2B5EF4-FFF2-40B4-BE49-F238E27FC236}">
                <a16:creationId xmlns:a16="http://schemas.microsoft.com/office/drawing/2014/main" id="{CB2BF900-EE78-604F-A9A8-83394228A684}"/>
              </a:ext>
            </a:extLst>
          </p:cNvPr>
          <p:cNvSpPr>
            <a:spLocks noGrp="1"/>
          </p:cNvSpPr>
          <p:nvPr>
            <p:ph type="pic" sz="quarter" idx="14"/>
          </p:nvPr>
        </p:nvSpPr>
        <p:spPr>
          <a:xfrm>
            <a:off x="542925" y="571500"/>
            <a:ext cx="5553075" cy="5715000"/>
          </a:xfrm>
          <a:prstGeom prst="rect">
            <a:avLst/>
          </a:prstGeom>
          <a:solidFill>
            <a:schemeClr val="tx1"/>
          </a:solidFill>
        </p:spPr>
        <p:txBody>
          <a:bodyPr/>
          <a:lstStyle>
            <a:lvl1pPr marL="0" indent="0">
              <a:buNone/>
              <a:defRPr>
                <a:solidFill>
                  <a:schemeClr val="bg1"/>
                </a:solidFill>
              </a:defRPr>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C4C04996-C3BC-4E03-A361-2BA33F3CA305}"/>
              </a:ext>
            </a:extLst>
          </p:cNvPr>
          <p:cNvSpPr>
            <a:spLocks noGrp="1"/>
          </p:cNvSpPr>
          <p:nvPr>
            <p:ph sz="quarter" idx="15"/>
          </p:nvPr>
        </p:nvSpPr>
        <p:spPr>
          <a:xfrm>
            <a:off x="6761163" y="1265238"/>
            <a:ext cx="4791591" cy="4911725"/>
          </a:xfrm>
        </p:spPr>
        <p:txBody>
          <a:bodyPr/>
          <a:lstStyle>
            <a:lvl1pPr>
              <a:lnSpc>
                <a:spcPct val="200000"/>
              </a:lnSpc>
              <a:spcBef>
                <a:spcPts val="1000"/>
              </a:spcBef>
              <a:buClrTx/>
              <a:defRPr/>
            </a:lvl1pPr>
            <a:lvl2pPr>
              <a:lnSpc>
                <a:spcPct val="200000"/>
              </a:lnSpc>
              <a:spcBef>
                <a:spcPts val="1000"/>
              </a:spcBef>
              <a:buClrTx/>
              <a:defRPr/>
            </a:lvl2pPr>
            <a:lvl3pPr>
              <a:lnSpc>
                <a:spcPct val="200000"/>
              </a:lnSpc>
              <a:spcBef>
                <a:spcPts val="1000"/>
              </a:spcBef>
              <a:buClrTx/>
              <a:defRPr/>
            </a:lvl3pPr>
            <a:lvl4pPr>
              <a:lnSpc>
                <a:spcPct val="200000"/>
              </a:lnSpc>
              <a:spcBef>
                <a:spcPts val="1000"/>
              </a:spcBef>
              <a:buClrTx/>
              <a:defRPr/>
            </a:lvl4pPr>
            <a:lvl5pPr>
              <a:lnSpc>
                <a:spcPct val="200000"/>
              </a:lnSpc>
              <a:spcBef>
                <a:spcPts val="1000"/>
              </a:spcBef>
              <a:buClrTx/>
              <a:defRPr/>
            </a:lvl5pPr>
          </a:lstStyle>
          <a:p>
            <a:pPr lvl="0"/>
            <a:r>
              <a:rPr lang="en-US"/>
              <a:t>Click to edit Master text styles</a:t>
            </a:r>
          </a:p>
        </p:txBody>
      </p:sp>
    </p:spTree>
    <p:extLst>
      <p:ext uri="{BB962C8B-B14F-4D97-AF65-F5344CB8AC3E}">
        <p14:creationId xmlns:p14="http://schemas.microsoft.com/office/powerpoint/2010/main" val="2859269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2">
            <a:alpha val="40000"/>
          </a:schemeClr>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2F96941-79C9-A34B-8AB5-C167A4D72D51}"/>
              </a:ext>
            </a:extLst>
          </p:cNvPr>
          <p:cNvSpPr/>
          <p:nvPr userDrawn="1"/>
        </p:nvSpPr>
        <p:spPr>
          <a:xfrm>
            <a:off x="0" y="0"/>
            <a:ext cx="12192000" cy="986306"/>
          </a:xfrm>
          <a:prstGeom prst="rect">
            <a:avLst/>
          </a:prstGeom>
          <a:pattFill prst="lgGrid">
            <a:fgClr>
              <a:schemeClr val="tx1">
                <a:lumMod val="10000"/>
                <a:lumOff val="9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Date Placeholder 1">
            <a:extLst>
              <a:ext uri="{FF2B5EF4-FFF2-40B4-BE49-F238E27FC236}">
                <a16:creationId xmlns:a16="http://schemas.microsoft.com/office/drawing/2014/main" id="{09FBA462-7E60-BA4E-9A1E-3B5E69DACB3A}"/>
              </a:ext>
            </a:extLst>
          </p:cNvPr>
          <p:cNvSpPr>
            <a:spLocks noGrp="1"/>
          </p:cNvSpPr>
          <p:nvPr>
            <p:ph type="dt" sz="half" idx="10"/>
          </p:nvPr>
        </p:nvSpPr>
        <p:spPr/>
        <p:txBody>
          <a:bodyPr/>
          <a:lstStyle/>
          <a:p>
            <a:fld id="{CACCE73A-EC7C-C74F-BDE1-B9AFE6B3713A}" type="datetimeFigureOut">
              <a:rPr lang="en-US" noProof="0" smtClean="0"/>
              <a:t>11/30/2023</a:t>
            </a:fld>
            <a:endParaRPr lang="en-US" noProof="0" dirty="0"/>
          </a:p>
        </p:txBody>
      </p:sp>
      <p:sp>
        <p:nvSpPr>
          <p:cNvPr id="3" name="Footer Placeholder 2">
            <a:extLst>
              <a:ext uri="{FF2B5EF4-FFF2-40B4-BE49-F238E27FC236}">
                <a16:creationId xmlns:a16="http://schemas.microsoft.com/office/drawing/2014/main" id="{218A28A8-5C75-FC4B-9A28-8F343DF4B1F9}"/>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71FD5A6F-AE17-4E4C-9567-DB3B02853306}"/>
              </a:ext>
            </a:extLst>
          </p:cNvPr>
          <p:cNvSpPr>
            <a:spLocks noGrp="1"/>
          </p:cNvSpPr>
          <p:nvPr>
            <p:ph type="sldNum" sz="quarter" idx="12"/>
          </p:nvPr>
        </p:nvSpPr>
        <p:spPr/>
        <p:txBody>
          <a:bodyPr/>
          <a:lstStyle/>
          <a:p>
            <a:fld id="{6F705D35-D126-3B47-A82C-2A13EA9E0A67}" type="slidenum">
              <a:rPr lang="en-US" noProof="0" smtClean="0"/>
              <a:t>‹#›</a:t>
            </a:fld>
            <a:endParaRPr lang="en-US" noProof="0" dirty="0"/>
          </a:p>
        </p:txBody>
      </p:sp>
      <p:sp>
        <p:nvSpPr>
          <p:cNvPr id="6" name="Rectangle 5">
            <a:extLst>
              <a:ext uri="{FF2B5EF4-FFF2-40B4-BE49-F238E27FC236}">
                <a16:creationId xmlns:a16="http://schemas.microsoft.com/office/drawing/2014/main" id="{2A57C152-0331-B74F-81FE-04A927A72C7B}"/>
              </a:ext>
            </a:extLst>
          </p:cNvPr>
          <p:cNvSpPr/>
          <p:nvPr userDrawn="1"/>
        </p:nvSpPr>
        <p:spPr>
          <a:xfrm>
            <a:off x="350520" y="279792"/>
            <a:ext cx="11475720" cy="98630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rtlCol="0" anchor="ctr"/>
          <a:lstStyle/>
          <a:p>
            <a:endParaRPr lang="en-US" sz="2400" b="1" noProof="0" dirty="0">
              <a:solidFill>
                <a:schemeClr val="bg1"/>
              </a:solidFill>
              <a:latin typeface="Meiryo" panose="020B0604030504040204" pitchFamily="34" charset="-128"/>
              <a:ea typeface="Meiryo" panose="020B0604030504040204" pitchFamily="34" charset="-128"/>
            </a:endParaRPr>
          </a:p>
        </p:txBody>
      </p:sp>
      <p:sp>
        <p:nvSpPr>
          <p:cNvPr id="8" name="Title 1">
            <a:extLst>
              <a:ext uri="{FF2B5EF4-FFF2-40B4-BE49-F238E27FC236}">
                <a16:creationId xmlns:a16="http://schemas.microsoft.com/office/drawing/2014/main" id="{5FDDD9A4-1691-5D47-9605-21650E2212D3}"/>
              </a:ext>
            </a:extLst>
          </p:cNvPr>
          <p:cNvSpPr>
            <a:spLocks noGrp="1"/>
          </p:cNvSpPr>
          <p:nvPr>
            <p:ph type="title"/>
          </p:nvPr>
        </p:nvSpPr>
        <p:spPr>
          <a:xfrm>
            <a:off x="639413" y="483440"/>
            <a:ext cx="10904438" cy="583800"/>
          </a:xfrm>
          <a:prstGeom prst="rect">
            <a:avLst/>
          </a:prstGeom>
        </p:spPr>
        <p:txBody>
          <a:bodyPr lIns="91440" rIns="91440">
            <a:noAutofit/>
          </a:bodyPr>
          <a:lstStyle>
            <a:lvl1pPr>
              <a:defRPr sz="2400" b="1" i="0" spc="150" baseline="0">
                <a:solidFill>
                  <a:schemeClr val="tx1"/>
                </a:solidFill>
                <a:latin typeface="+mj-lt"/>
                <a:ea typeface="Meiryo UI" panose="020B0604030504040204" pitchFamily="34" charset="-128"/>
              </a:defRPr>
            </a:lvl1pPr>
          </a:lstStyle>
          <a:p>
            <a:r>
              <a:rPr lang="en-US" noProof="0"/>
              <a:t>Click to edit Master title style</a:t>
            </a:r>
            <a:endParaRPr lang="en-US" noProof="0" dirty="0"/>
          </a:p>
        </p:txBody>
      </p:sp>
      <p:sp>
        <p:nvSpPr>
          <p:cNvPr id="10" name="Text Placeholder 2">
            <a:extLst>
              <a:ext uri="{FF2B5EF4-FFF2-40B4-BE49-F238E27FC236}">
                <a16:creationId xmlns:a16="http://schemas.microsoft.com/office/drawing/2014/main" id="{62F811A9-08B1-C746-B30D-69D7B4A6CD59}"/>
              </a:ext>
            </a:extLst>
          </p:cNvPr>
          <p:cNvSpPr>
            <a:spLocks noGrp="1"/>
          </p:cNvSpPr>
          <p:nvPr>
            <p:ph type="body" idx="1"/>
          </p:nvPr>
        </p:nvSpPr>
        <p:spPr>
          <a:xfrm>
            <a:off x="838201" y="2038570"/>
            <a:ext cx="5042646" cy="703135"/>
          </a:xfrm>
          <a:prstGeom prst="rect">
            <a:avLst/>
          </a:prstGeom>
        </p:spPr>
        <p:txBody>
          <a:bodyPr lIns="91440" rIns="91440" anchor="ctr">
            <a:normAutofit/>
          </a:bodyPr>
          <a:lstStyle>
            <a:lvl1pPr marL="0" indent="0" algn="l">
              <a:lnSpc>
                <a:spcPct val="150000"/>
              </a:lnSpc>
              <a:buNone/>
              <a:defRPr sz="1800" b="1" i="0" cap="all" spc="150" baseline="0">
                <a:solidFill>
                  <a:schemeClr val="tx2"/>
                </a:solidFill>
                <a:latin typeface="+mj-lt"/>
                <a:ea typeface="Meiryo UI" panose="020B060403050404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 name="Text Placeholder 2">
            <a:extLst>
              <a:ext uri="{FF2B5EF4-FFF2-40B4-BE49-F238E27FC236}">
                <a16:creationId xmlns:a16="http://schemas.microsoft.com/office/drawing/2014/main" id="{54F0B191-C947-1640-8AD2-EEEAA1ED57C9}"/>
              </a:ext>
            </a:extLst>
          </p:cNvPr>
          <p:cNvSpPr>
            <a:spLocks noGrp="1"/>
          </p:cNvSpPr>
          <p:nvPr>
            <p:ph type="body" idx="14"/>
          </p:nvPr>
        </p:nvSpPr>
        <p:spPr>
          <a:xfrm>
            <a:off x="6501205" y="2038570"/>
            <a:ext cx="5042646" cy="703135"/>
          </a:xfrm>
          <a:prstGeom prst="rect">
            <a:avLst/>
          </a:prstGeom>
        </p:spPr>
        <p:txBody>
          <a:bodyPr lIns="91440" rIns="91440" anchor="ctr">
            <a:normAutofit/>
          </a:bodyPr>
          <a:lstStyle>
            <a:lvl1pPr marL="0" indent="0" algn="l">
              <a:lnSpc>
                <a:spcPct val="150000"/>
              </a:lnSpc>
              <a:buNone/>
              <a:defRPr sz="1800" b="1" i="0" cap="all" spc="150" baseline="0">
                <a:solidFill>
                  <a:schemeClr val="tx2"/>
                </a:solidFill>
                <a:latin typeface="+mj-lt"/>
                <a:ea typeface="Meiryo UI" panose="020B060403050404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cxnSp>
        <p:nvCxnSpPr>
          <p:cNvPr id="14" name="Straight Connector 13">
            <a:extLst>
              <a:ext uri="{FF2B5EF4-FFF2-40B4-BE49-F238E27FC236}">
                <a16:creationId xmlns:a16="http://schemas.microsoft.com/office/drawing/2014/main" id="{E8B92D52-6B55-2C4B-95E4-CE89611E590B}"/>
              </a:ext>
            </a:extLst>
          </p:cNvPr>
          <p:cNvCxnSpPr>
            <a:cxnSpLocks/>
          </p:cNvCxnSpPr>
          <p:nvPr userDrawn="1"/>
        </p:nvCxnSpPr>
        <p:spPr>
          <a:xfrm>
            <a:off x="6167716" y="1613647"/>
            <a:ext cx="0" cy="4904068"/>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0F9EB4B-EC9F-404E-A98B-1EA3F6FF116A}"/>
              </a:ext>
            </a:extLst>
          </p:cNvPr>
          <p:cNvSpPr>
            <a:spLocks noGrp="1"/>
          </p:cNvSpPr>
          <p:nvPr>
            <p:ph sz="quarter" idx="15"/>
          </p:nvPr>
        </p:nvSpPr>
        <p:spPr>
          <a:xfrm>
            <a:off x="838199" y="2894013"/>
            <a:ext cx="5042647" cy="3094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6">
            <a:extLst>
              <a:ext uri="{FF2B5EF4-FFF2-40B4-BE49-F238E27FC236}">
                <a16:creationId xmlns:a16="http://schemas.microsoft.com/office/drawing/2014/main" id="{7A648C0A-27FE-4582-8D3C-7FF280E14591}"/>
              </a:ext>
            </a:extLst>
          </p:cNvPr>
          <p:cNvSpPr>
            <a:spLocks noGrp="1"/>
          </p:cNvSpPr>
          <p:nvPr>
            <p:ph sz="quarter" idx="16"/>
          </p:nvPr>
        </p:nvSpPr>
        <p:spPr>
          <a:xfrm>
            <a:off x="6501205" y="2894013"/>
            <a:ext cx="5042647" cy="3094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5996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Image and Caption">
    <p:bg>
      <p:bgPr>
        <a:solidFill>
          <a:schemeClr val="bg2">
            <a:alpha val="4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4A22209-F6F4-814A-9719-87CDCD23C55F}"/>
              </a:ext>
            </a:extLst>
          </p:cNvPr>
          <p:cNvSpPr/>
          <p:nvPr userDrawn="1"/>
        </p:nvSpPr>
        <p:spPr>
          <a:xfrm>
            <a:off x="0" y="914400"/>
            <a:ext cx="12192000" cy="5029200"/>
          </a:xfrm>
          <a:prstGeom prst="rect">
            <a:avLst/>
          </a:prstGeom>
          <a:pattFill prst="lgGrid">
            <a:fgClr>
              <a:schemeClr val="tx2">
                <a:lumMod val="10000"/>
                <a:lumOff val="9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51817374-D7A2-2F4D-91C6-E24955F0018B}"/>
              </a:ext>
            </a:extLst>
          </p:cNvPr>
          <p:cNvSpPr/>
          <p:nvPr userDrawn="1"/>
        </p:nvSpPr>
        <p:spPr>
          <a:xfrm>
            <a:off x="5951621" y="1803214"/>
            <a:ext cx="6240379" cy="32528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Date Placeholder 1">
            <a:extLst>
              <a:ext uri="{FF2B5EF4-FFF2-40B4-BE49-F238E27FC236}">
                <a16:creationId xmlns:a16="http://schemas.microsoft.com/office/drawing/2014/main" id="{09FBA462-7E60-BA4E-9A1E-3B5E69DACB3A}"/>
              </a:ext>
            </a:extLst>
          </p:cNvPr>
          <p:cNvSpPr>
            <a:spLocks noGrp="1"/>
          </p:cNvSpPr>
          <p:nvPr>
            <p:ph type="dt" sz="half" idx="10"/>
          </p:nvPr>
        </p:nvSpPr>
        <p:spPr/>
        <p:txBody>
          <a:bodyPr/>
          <a:lstStyle/>
          <a:p>
            <a:fld id="{CACCE73A-EC7C-C74F-BDE1-B9AFE6B3713A}" type="datetimeFigureOut">
              <a:rPr lang="en-US" noProof="0" smtClean="0"/>
              <a:t>11/30/2023</a:t>
            </a:fld>
            <a:endParaRPr lang="en-US" noProof="0" dirty="0"/>
          </a:p>
        </p:txBody>
      </p:sp>
      <p:sp>
        <p:nvSpPr>
          <p:cNvPr id="3" name="Footer Placeholder 2">
            <a:extLst>
              <a:ext uri="{FF2B5EF4-FFF2-40B4-BE49-F238E27FC236}">
                <a16:creationId xmlns:a16="http://schemas.microsoft.com/office/drawing/2014/main" id="{218A28A8-5C75-FC4B-9A28-8F343DF4B1F9}"/>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71FD5A6F-AE17-4E4C-9567-DB3B02853306}"/>
              </a:ext>
            </a:extLst>
          </p:cNvPr>
          <p:cNvSpPr>
            <a:spLocks noGrp="1"/>
          </p:cNvSpPr>
          <p:nvPr>
            <p:ph type="sldNum" sz="quarter" idx="12"/>
          </p:nvPr>
        </p:nvSpPr>
        <p:spPr/>
        <p:txBody>
          <a:bodyPr/>
          <a:lstStyle/>
          <a:p>
            <a:fld id="{6F705D35-D126-3B47-A82C-2A13EA9E0A67}" type="slidenum">
              <a:rPr lang="en-US" noProof="0" smtClean="0"/>
              <a:t>‹#›</a:t>
            </a:fld>
            <a:endParaRPr lang="en-US" noProof="0" dirty="0"/>
          </a:p>
        </p:txBody>
      </p:sp>
      <p:sp>
        <p:nvSpPr>
          <p:cNvPr id="9" name="Title 1">
            <a:extLst>
              <a:ext uri="{FF2B5EF4-FFF2-40B4-BE49-F238E27FC236}">
                <a16:creationId xmlns:a16="http://schemas.microsoft.com/office/drawing/2014/main" id="{656FB1BA-653F-254C-9C39-2A5BDD763EE8}"/>
              </a:ext>
            </a:extLst>
          </p:cNvPr>
          <p:cNvSpPr>
            <a:spLocks noGrp="1"/>
          </p:cNvSpPr>
          <p:nvPr>
            <p:ph type="title"/>
          </p:nvPr>
        </p:nvSpPr>
        <p:spPr>
          <a:xfrm>
            <a:off x="6494545" y="2028031"/>
            <a:ext cx="5058209" cy="583800"/>
          </a:xfrm>
          <a:prstGeom prst="rect">
            <a:avLst/>
          </a:prstGeom>
        </p:spPr>
        <p:txBody>
          <a:bodyPr lIns="91440" rIns="91440">
            <a:noAutofit/>
          </a:bodyPr>
          <a:lstStyle>
            <a:lvl1pPr>
              <a:defRPr sz="2400" b="1" i="0" spc="150" baseline="0">
                <a:solidFill>
                  <a:schemeClr val="tx1"/>
                </a:solidFill>
                <a:latin typeface="+mj-lt"/>
                <a:ea typeface="Meiryo UI" panose="020B0604030504040204" pitchFamily="34" charset="-128"/>
              </a:defRPr>
            </a:lvl1pPr>
          </a:lstStyle>
          <a:p>
            <a:r>
              <a:rPr lang="en-US" noProof="0"/>
              <a:t>Click to edit Master title style</a:t>
            </a:r>
            <a:endParaRPr lang="en-US" noProof="0" dirty="0"/>
          </a:p>
        </p:txBody>
      </p:sp>
      <p:sp>
        <p:nvSpPr>
          <p:cNvPr id="13" name="Picture Placeholder 10">
            <a:extLst>
              <a:ext uri="{FF2B5EF4-FFF2-40B4-BE49-F238E27FC236}">
                <a16:creationId xmlns:a16="http://schemas.microsoft.com/office/drawing/2014/main" id="{AD5E91DA-7D30-8C45-9BE7-5F82AA824B11}"/>
              </a:ext>
            </a:extLst>
          </p:cNvPr>
          <p:cNvSpPr>
            <a:spLocks noGrp="1"/>
          </p:cNvSpPr>
          <p:nvPr>
            <p:ph type="pic" sz="quarter" idx="14"/>
          </p:nvPr>
        </p:nvSpPr>
        <p:spPr>
          <a:xfrm>
            <a:off x="542925" y="0"/>
            <a:ext cx="5408696" cy="6858000"/>
          </a:xfrm>
          <a:prstGeom prst="rect">
            <a:avLst/>
          </a:prstGeom>
          <a:solidFill>
            <a:schemeClr val="tx1"/>
          </a:solidFill>
        </p:spPr>
        <p:txBody>
          <a:bodyPr/>
          <a:lstStyle>
            <a:lvl1pPr marL="0" indent="0">
              <a:buNone/>
              <a:defRPr>
                <a:solidFill>
                  <a:schemeClr val="bg1"/>
                </a:solidFill>
              </a:defRPr>
            </a:lvl1pPr>
          </a:lstStyle>
          <a:p>
            <a:r>
              <a:rPr lang="en-US" noProof="0"/>
              <a:t>Click icon to add picture</a:t>
            </a:r>
            <a:endParaRPr lang="en-US" noProof="0" dirty="0"/>
          </a:p>
        </p:txBody>
      </p:sp>
      <p:sp>
        <p:nvSpPr>
          <p:cNvPr id="6" name="Content Placeholder 5">
            <a:extLst>
              <a:ext uri="{FF2B5EF4-FFF2-40B4-BE49-F238E27FC236}">
                <a16:creationId xmlns:a16="http://schemas.microsoft.com/office/drawing/2014/main" id="{A94B5840-E92F-4CFE-B3C0-0873B2740891}"/>
              </a:ext>
            </a:extLst>
          </p:cNvPr>
          <p:cNvSpPr>
            <a:spLocks noGrp="1"/>
          </p:cNvSpPr>
          <p:nvPr>
            <p:ph sz="quarter" idx="15"/>
          </p:nvPr>
        </p:nvSpPr>
        <p:spPr>
          <a:xfrm>
            <a:off x="6494463" y="2611438"/>
            <a:ext cx="5058291" cy="2165350"/>
          </a:xfrm>
        </p:spPr>
        <p:txBody>
          <a:bodyPr/>
          <a:lstStyle>
            <a:lvl1pPr marL="0" indent="0">
              <a:lnSpc>
                <a:spcPct val="200000"/>
              </a:lnSpc>
              <a:spcBef>
                <a:spcPts val="1900"/>
              </a:spcBef>
              <a:buNone/>
              <a:defRPr/>
            </a:lvl1pPr>
          </a:lstStyle>
          <a:p>
            <a:pPr lvl="0"/>
            <a:r>
              <a:rPr lang="en-US"/>
              <a:t>Click to edit Master text styles</a:t>
            </a:r>
          </a:p>
        </p:txBody>
      </p:sp>
    </p:spTree>
    <p:extLst>
      <p:ext uri="{BB962C8B-B14F-4D97-AF65-F5344CB8AC3E}">
        <p14:creationId xmlns:p14="http://schemas.microsoft.com/office/powerpoint/2010/main" val="202084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alpha val="40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FBA462-7E60-BA4E-9A1E-3B5E69DACB3A}"/>
              </a:ext>
            </a:extLst>
          </p:cNvPr>
          <p:cNvSpPr>
            <a:spLocks noGrp="1"/>
          </p:cNvSpPr>
          <p:nvPr>
            <p:ph type="dt" sz="half" idx="10"/>
          </p:nvPr>
        </p:nvSpPr>
        <p:spPr/>
        <p:txBody>
          <a:bodyPr/>
          <a:lstStyle/>
          <a:p>
            <a:fld id="{CACCE73A-EC7C-C74F-BDE1-B9AFE6B3713A}" type="datetimeFigureOut">
              <a:rPr lang="en-US" smtClean="0"/>
              <a:t>11/30/2023</a:t>
            </a:fld>
            <a:endParaRPr lang="en-US" dirty="0"/>
          </a:p>
        </p:txBody>
      </p:sp>
      <p:sp>
        <p:nvSpPr>
          <p:cNvPr id="3" name="Footer Placeholder 2">
            <a:extLst>
              <a:ext uri="{FF2B5EF4-FFF2-40B4-BE49-F238E27FC236}">
                <a16:creationId xmlns:a16="http://schemas.microsoft.com/office/drawing/2014/main" id="{218A28A8-5C75-FC4B-9A28-8F343DF4B1F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1FD5A6F-AE17-4E4C-9567-DB3B02853306}"/>
              </a:ext>
            </a:extLst>
          </p:cNvPr>
          <p:cNvSpPr>
            <a:spLocks noGrp="1"/>
          </p:cNvSpPr>
          <p:nvPr>
            <p:ph type="sldNum" sz="quarter" idx="12"/>
          </p:nvPr>
        </p:nvSpPr>
        <p:spPr/>
        <p:txBody>
          <a:bodyPr/>
          <a:lstStyle/>
          <a:p>
            <a:fld id="{6F705D35-D126-3B47-A82C-2A13EA9E0A67}" type="slidenum">
              <a:rPr lang="en-US" smtClean="0"/>
              <a:t>‹#›</a:t>
            </a:fld>
            <a:endParaRPr lang="en-US" dirty="0"/>
          </a:p>
        </p:txBody>
      </p:sp>
    </p:spTree>
    <p:extLst>
      <p:ext uri="{BB962C8B-B14F-4D97-AF65-F5344CB8AC3E}">
        <p14:creationId xmlns:p14="http://schemas.microsoft.com/office/powerpoint/2010/main" val="21077179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9EAC25-66D1-1245-97FD-3B58401328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2069B3-0468-584A-914E-91C8C91C7F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DBDB421-E3C9-A140-878A-F3A967799A02}"/>
              </a:ext>
            </a:extLst>
          </p:cNvPr>
          <p:cNvSpPr>
            <a:spLocks noGrp="1"/>
          </p:cNvSpPr>
          <p:nvPr>
            <p:ph type="dt" sz="half" idx="2"/>
          </p:nvPr>
        </p:nvSpPr>
        <p:spPr>
          <a:xfrm>
            <a:off x="838200" y="6492875"/>
            <a:ext cx="2743200" cy="228600"/>
          </a:xfrm>
          <a:prstGeom prst="rect">
            <a:avLst/>
          </a:prstGeom>
        </p:spPr>
        <p:txBody>
          <a:bodyPr vert="horz" lIns="91440" tIns="45720" rIns="91440" bIns="45720" rtlCol="0" anchor="ctr"/>
          <a:lstStyle>
            <a:lvl1pPr algn="l">
              <a:defRPr sz="700">
                <a:solidFill>
                  <a:schemeClr val="tx1">
                    <a:tint val="75000"/>
                  </a:schemeClr>
                </a:solidFill>
              </a:defRPr>
            </a:lvl1pPr>
          </a:lstStyle>
          <a:p>
            <a:fld id="{CACCE73A-EC7C-C74F-BDE1-B9AFE6B3713A}" type="datetimeFigureOut">
              <a:rPr lang="en-US" smtClean="0"/>
              <a:pPr/>
              <a:t>11/30/2023</a:t>
            </a:fld>
            <a:endParaRPr lang="en-US" dirty="0"/>
          </a:p>
        </p:txBody>
      </p:sp>
      <p:sp>
        <p:nvSpPr>
          <p:cNvPr id="5" name="Footer Placeholder 4">
            <a:extLst>
              <a:ext uri="{FF2B5EF4-FFF2-40B4-BE49-F238E27FC236}">
                <a16:creationId xmlns:a16="http://schemas.microsoft.com/office/drawing/2014/main" id="{147A988C-554B-E64F-A698-DE3EF9CA0774}"/>
              </a:ext>
            </a:extLst>
          </p:cNvPr>
          <p:cNvSpPr>
            <a:spLocks noGrp="1"/>
          </p:cNvSpPr>
          <p:nvPr>
            <p:ph type="ftr" sz="quarter" idx="3"/>
          </p:nvPr>
        </p:nvSpPr>
        <p:spPr>
          <a:xfrm>
            <a:off x="4038600" y="6492875"/>
            <a:ext cx="4114800" cy="228600"/>
          </a:xfrm>
          <a:prstGeom prst="rect">
            <a:avLst/>
          </a:prstGeom>
        </p:spPr>
        <p:txBody>
          <a:bodyPr vert="horz" lIns="91440" tIns="45720" rIns="91440" bIns="45720" rtlCol="0" anchor="ctr"/>
          <a:lstStyle>
            <a:lvl1pPr algn="ctr">
              <a:defRPr sz="7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98157E6-BBF7-AB4A-B5DD-B39A65C17B0B}"/>
              </a:ext>
            </a:extLst>
          </p:cNvPr>
          <p:cNvSpPr>
            <a:spLocks noGrp="1"/>
          </p:cNvSpPr>
          <p:nvPr>
            <p:ph type="sldNum" sz="quarter" idx="4"/>
          </p:nvPr>
        </p:nvSpPr>
        <p:spPr>
          <a:xfrm>
            <a:off x="8610600" y="6492875"/>
            <a:ext cx="2743200" cy="228600"/>
          </a:xfrm>
          <a:prstGeom prst="rect">
            <a:avLst/>
          </a:prstGeom>
        </p:spPr>
        <p:txBody>
          <a:bodyPr vert="horz" lIns="91440" tIns="45720" rIns="91440" bIns="45720" rtlCol="0" anchor="ctr"/>
          <a:lstStyle>
            <a:lvl1pPr algn="r">
              <a:defRPr sz="700">
                <a:solidFill>
                  <a:schemeClr val="tx1">
                    <a:tint val="75000"/>
                  </a:schemeClr>
                </a:solidFill>
              </a:defRPr>
            </a:lvl1pPr>
          </a:lstStyle>
          <a:p>
            <a:fld id="{6F705D35-D126-3B47-A82C-2A13EA9E0A67}" type="slidenum">
              <a:rPr lang="en-US" smtClean="0"/>
              <a:pPr/>
              <a:t>‹#›</a:t>
            </a:fld>
            <a:endParaRPr lang="en-US" dirty="0"/>
          </a:p>
        </p:txBody>
      </p:sp>
    </p:spTree>
    <p:extLst>
      <p:ext uri="{BB962C8B-B14F-4D97-AF65-F5344CB8AC3E}">
        <p14:creationId xmlns:p14="http://schemas.microsoft.com/office/powerpoint/2010/main" val="279630877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30" r:id="rId5"/>
    <p:sldLayoutId id="2147483729"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eiryo UI" panose="020B0604030504040204" pitchFamily="34" charset="-128"/>
          <a:cs typeface="+mj-cs"/>
        </a:defRPr>
      </a:lvl1pPr>
    </p:titleStyle>
    <p:bodyStyle>
      <a:lvl1pPr marL="228600" indent="-228600" algn="l" defTabSz="914400" rtl="0" eaLnBrk="1" latinLnBrk="0" hangingPunct="1">
        <a:lnSpc>
          <a:spcPct val="150000"/>
        </a:lnSpc>
        <a:spcBef>
          <a:spcPts val="1500"/>
        </a:spcBef>
        <a:buClr>
          <a:schemeClr val="accent2"/>
        </a:buClr>
        <a:buFont typeface="Wingdings" panose="05000000000000000000" pitchFamily="2" charset="2"/>
        <a:buChar char="§"/>
        <a:defRPr sz="1500" kern="1200" spc="150" baseline="0">
          <a:solidFill>
            <a:schemeClr val="tx1"/>
          </a:solidFill>
          <a:latin typeface="+mn-lt"/>
          <a:ea typeface="Meiryo UI" panose="020B0604030504040204" pitchFamily="34" charset="-128"/>
          <a:cs typeface="+mn-cs"/>
        </a:defRPr>
      </a:lvl1pPr>
      <a:lvl2pPr marL="685800" indent="-228600" algn="l" defTabSz="914400" rtl="0" eaLnBrk="1" latinLnBrk="0" hangingPunct="1">
        <a:lnSpc>
          <a:spcPct val="150000"/>
        </a:lnSpc>
        <a:spcBef>
          <a:spcPts val="500"/>
        </a:spcBef>
        <a:buClr>
          <a:schemeClr val="accent2"/>
        </a:buClr>
        <a:buFont typeface="Wingdings" panose="05000000000000000000" pitchFamily="2" charset="2"/>
        <a:buChar char="§"/>
        <a:defRPr sz="1500" kern="1200" spc="150" baseline="0">
          <a:solidFill>
            <a:schemeClr val="tx1"/>
          </a:solidFill>
          <a:latin typeface="+mn-lt"/>
          <a:ea typeface="Meiryo UI" panose="020B0604030504040204" pitchFamily="34" charset="-128"/>
          <a:cs typeface="+mn-cs"/>
        </a:defRPr>
      </a:lvl2pPr>
      <a:lvl3pPr marL="1143000" indent="-228600" algn="l" defTabSz="914400" rtl="0" eaLnBrk="1" latinLnBrk="0" hangingPunct="1">
        <a:lnSpc>
          <a:spcPct val="150000"/>
        </a:lnSpc>
        <a:spcBef>
          <a:spcPts val="500"/>
        </a:spcBef>
        <a:buClr>
          <a:schemeClr val="accent2"/>
        </a:buClr>
        <a:buFont typeface="Wingdings" panose="05000000000000000000" pitchFamily="2" charset="2"/>
        <a:buChar char="§"/>
        <a:defRPr sz="1400" kern="1200" spc="150" baseline="0">
          <a:solidFill>
            <a:schemeClr val="tx1"/>
          </a:solidFill>
          <a:latin typeface="+mn-lt"/>
          <a:ea typeface="Meiryo UI" panose="020B0604030504040204" pitchFamily="34" charset="-128"/>
          <a:cs typeface="+mn-cs"/>
        </a:defRPr>
      </a:lvl3pPr>
      <a:lvl4pPr marL="1600200" indent="-228600" algn="l" defTabSz="914400" rtl="0" eaLnBrk="1" latinLnBrk="0" hangingPunct="1">
        <a:lnSpc>
          <a:spcPct val="150000"/>
        </a:lnSpc>
        <a:spcBef>
          <a:spcPts val="500"/>
        </a:spcBef>
        <a:buClr>
          <a:schemeClr val="accent2"/>
        </a:buClr>
        <a:buFont typeface="Wingdings" panose="05000000000000000000" pitchFamily="2" charset="2"/>
        <a:buChar char="§"/>
        <a:defRPr sz="1400" kern="1200" spc="150" baseline="0">
          <a:solidFill>
            <a:schemeClr val="tx1"/>
          </a:solidFill>
          <a:latin typeface="+mn-lt"/>
          <a:ea typeface="Meiryo UI" panose="020B0604030504040204" pitchFamily="34" charset="-128"/>
          <a:cs typeface="+mn-cs"/>
        </a:defRPr>
      </a:lvl4pPr>
      <a:lvl5pPr marL="2057400" indent="-228600" algn="l" defTabSz="914400" rtl="0" eaLnBrk="1" latinLnBrk="0" hangingPunct="1">
        <a:lnSpc>
          <a:spcPct val="150000"/>
        </a:lnSpc>
        <a:spcBef>
          <a:spcPts val="500"/>
        </a:spcBef>
        <a:buClr>
          <a:schemeClr val="accent2"/>
        </a:buClr>
        <a:buFont typeface="Wingdings" panose="05000000000000000000" pitchFamily="2" charset="2"/>
        <a:buChar char="§"/>
        <a:defRPr sz="1400" kern="1200" spc="150" baseline="0">
          <a:solidFill>
            <a:schemeClr val="tx1"/>
          </a:solidFill>
          <a:latin typeface="+mn-lt"/>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hyperlink" Target="https://creativecommons.org/licenses/by-nd/3.0/" TargetMode="External"/><Relationship Id="rId4" Type="http://schemas.openxmlformats.org/officeDocument/2006/relationships/hyperlink" Target="https://www.students4bestevidence.net/blog/2015/07/24/nominal-ordinal-numerical-variables/" TargetMode="Externa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3BB2B7-A83A-4015-92BD-4080BC4FD7E7}"/>
              </a:ext>
            </a:extLst>
          </p:cNvPr>
          <p:cNvSpPr>
            <a:spLocks noGrp="1"/>
          </p:cNvSpPr>
          <p:nvPr>
            <p:ph type="title" idx="4294967295"/>
          </p:nvPr>
        </p:nvSpPr>
        <p:spPr>
          <a:xfrm>
            <a:off x="0" y="3267075"/>
            <a:ext cx="5651500" cy="1087438"/>
          </a:xfrm>
        </p:spPr>
        <p:txBody>
          <a:bodyPr/>
          <a:lstStyle/>
          <a:p>
            <a:r>
              <a:rPr lang="en-US" sz="4800" dirty="0"/>
              <a:t>HR ANALYTICS</a:t>
            </a:r>
          </a:p>
        </p:txBody>
      </p:sp>
      <p:sp>
        <p:nvSpPr>
          <p:cNvPr id="4" name="Text Placeholder 3">
            <a:extLst>
              <a:ext uri="{FF2B5EF4-FFF2-40B4-BE49-F238E27FC236}">
                <a16:creationId xmlns:a16="http://schemas.microsoft.com/office/drawing/2014/main" id="{A2A41CAF-9D90-4203-BE4A-53EA37304B99}"/>
              </a:ext>
            </a:extLst>
          </p:cNvPr>
          <p:cNvSpPr>
            <a:spLocks noGrp="1"/>
          </p:cNvSpPr>
          <p:nvPr>
            <p:ph type="body" sz="quarter" idx="4294967295"/>
          </p:nvPr>
        </p:nvSpPr>
        <p:spPr>
          <a:xfrm>
            <a:off x="0" y="4354513"/>
            <a:ext cx="5651500" cy="703262"/>
          </a:xfrm>
        </p:spPr>
        <p:txBody>
          <a:bodyPr/>
          <a:lstStyle/>
          <a:p>
            <a:r>
              <a:rPr lang="en-US" dirty="0"/>
              <a:t>KPI no-3</a:t>
            </a:r>
          </a:p>
        </p:txBody>
      </p:sp>
      <p:pic>
        <p:nvPicPr>
          <p:cNvPr id="11" name="Picture Placeholder 10">
            <a:extLst>
              <a:ext uri="{FF2B5EF4-FFF2-40B4-BE49-F238E27FC236}">
                <a16:creationId xmlns:a16="http://schemas.microsoft.com/office/drawing/2014/main" id="{16B88011-CD86-A2B4-0981-A00E5A6F576F}"/>
              </a:ext>
            </a:extLst>
          </p:cNvPr>
          <p:cNvPicPr>
            <a:picLocks noGrp="1" noChangeAspect="1"/>
          </p:cNvPicPr>
          <p:nvPr>
            <p:ph type="pic" sz="quarter" idx="4294967295"/>
          </p:nvPr>
        </p:nvPicPr>
        <p:blipFill>
          <a:blip r:embed="rId3">
            <a:extLst>
              <a:ext uri="{837473B0-CC2E-450A-ABE3-18F120FF3D39}">
                <a1611:picAttrSrcUrl xmlns:a1611="http://schemas.microsoft.com/office/drawing/2016/11/main" r:id="rId4"/>
              </a:ext>
            </a:extLst>
          </a:blip>
          <a:srcRect l="22402" r="22402"/>
          <a:stretch>
            <a:fillRect/>
          </a:stretch>
        </p:blipFill>
        <p:spPr>
          <a:xfrm>
            <a:off x="5922963" y="0"/>
            <a:ext cx="6269037" cy="6858000"/>
          </a:xfrm>
        </p:spPr>
      </p:pic>
      <p:sp>
        <p:nvSpPr>
          <p:cNvPr id="12" name="TextBox 11">
            <a:extLst>
              <a:ext uri="{FF2B5EF4-FFF2-40B4-BE49-F238E27FC236}">
                <a16:creationId xmlns:a16="http://schemas.microsoft.com/office/drawing/2014/main" id="{6AC832FC-4CFF-C26A-0574-949805FB8DFE}"/>
              </a:ext>
            </a:extLst>
          </p:cNvPr>
          <p:cNvSpPr txBox="1"/>
          <p:nvPr/>
        </p:nvSpPr>
        <p:spPr>
          <a:xfrm>
            <a:off x="5923125" y="6858000"/>
            <a:ext cx="6268875" cy="230832"/>
          </a:xfrm>
          <a:prstGeom prst="rect">
            <a:avLst/>
          </a:prstGeom>
          <a:noFill/>
        </p:spPr>
        <p:txBody>
          <a:bodyPr wrap="square" rtlCol="0">
            <a:spAutoFit/>
          </a:bodyPr>
          <a:lstStyle/>
          <a:p>
            <a:r>
              <a:rPr lang="mr-IN" sz="900">
                <a:hlinkClick r:id="rId4" tooltip="https://www.students4bestevidence.net/blog/2015/07/24/nominal-ordinal-numerical-variables/"/>
              </a:rPr>
              <a:t>This Photo</a:t>
            </a:r>
            <a:r>
              <a:rPr lang="mr-IN" sz="900"/>
              <a:t> by Unknown Author is licensed under </a:t>
            </a:r>
            <a:r>
              <a:rPr lang="mr-IN" sz="900">
                <a:hlinkClick r:id="rId5" tooltip="https://creativecommons.org/licenses/by-nd/3.0/"/>
              </a:rPr>
              <a:t>CC BY-ND</a:t>
            </a:r>
            <a:endParaRPr lang="mr-IN" sz="900"/>
          </a:p>
        </p:txBody>
      </p:sp>
    </p:spTree>
    <p:extLst>
      <p:ext uri="{BB962C8B-B14F-4D97-AF65-F5344CB8AC3E}">
        <p14:creationId xmlns:p14="http://schemas.microsoft.com/office/powerpoint/2010/main" val="361142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10FB232-4CB4-C34D-A688-C51B6E7CD2CF}"/>
              </a:ext>
            </a:extLst>
          </p:cNvPr>
          <p:cNvSpPr>
            <a:spLocks noGrp="1"/>
          </p:cNvSpPr>
          <p:nvPr>
            <p:ph type="title" idx="4294967295"/>
          </p:nvPr>
        </p:nvSpPr>
        <p:spPr>
          <a:xfrm>
            <a:off x="0" y="484188"/>
            <a:ext cx="10904538" cy="582612"/>
          </a:xfrm>
        </p:spPr>
        <p:txBody>
          <a:bodyPr>
            <a:normAutofit fontScale="90000"/>
          </a:bodyPr>
          <a:lstStyle/>
          <a:p>
            <a:pPr algn="ctr"/>
            <a:r>
              <a:rPr lang="en-US" dirty="0"/>
              <a:t>HR ANALYTICS KPI CHART</a:t>
            </a:r>
          </a:p>
        </p:txBody>
      </p:sp>
      <p:graphicFrame>
        <p:nvGraphicFramePr>
          <p:cNvPr id="8" name="Chart 7">
            <a:extLst>
              <a:ext uri="{FF2B5EF4-FFF2-40B4-BE49-F238E27FC236}">
                <a16:creationId xmlns:a16="http://schemas.microsoft.com/office/drawing/2014/main" id="{96179FF4-75F9-38EA-0D1B-3CA06A46CE10}"/>
              </a:ext>
            </a:extLst>
          </p:cNvPr>
          <p:cNvGraphicFramePr/>
          <p:nvPr>
            <p:extLst>
              <p:ext uri="{D42A27DB-BD31-4B8C-83A1-F6EECF244321}">
                <p14:modId xmlns:p14="http://schemas.microsoft.com/office/powerpoint/2010/main" val="2688483031"/>
              </p:ext>
            </p:extLst>
          </p:nvPr>
        </p:nvGraphicFramePr>
        <p:xfrm>
          <a:off x="1736725" y="1571625"/>
          <a:ext cx="7997825" cy="518175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49435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2">
            <a:extLst>
              <a:ext uri="{FF2B5EF4-FFF2-40B4-BE49-F238E27FC236}">
                <a16:creationId xmlns:a16="http://schemas.microsoft.com/office/drawing/2014/main" id="{3E408D6E-B51C-CD4F-AC1A-15EC32AAB741}"/>
              </a:ext>
            </a:extLst>
          </p:cNvPr>
          <p:cNvSpPr>
            <a:spLocks noGrp="1"/>
          </p:cNvSpPr>
          <p:nvPr>
            <p:ph idx="4294967295"/>
          </p:nvPr>
        </p:nvSpPr>
        <p:spPr>
          <a:xfrm>
            <a:off x="6353175" y="1028625"/>
            <a:ext cx="4791075" cy="5594350"/>
          </a:xfrm>
        </p:spPr>
        <p:txBody>
          <a:bodyPr>
            <a:normAutofit fontScale="85000" lnSpcReduction="20000"/>
          </a:bodyPr>
          <a:lstStyle/>
          <a:p>
            <a:pPr algn="l">
              <a:buFont typeface="+mj-lt"/>
              <a:buAutoNum type="arabicPeriod"/>
            </a:pPr>
            <a:r>
              <a:rPr lang="en-US" b="1" i="0" dirty="0">
                <a:solidFill>
                  <a:srgbClr val="374151"/>
                </a:solidFill>
                <a:effectLst/>
                <a:latin typeface="Söhne"/>
              </a:rPr>
              <a:t>Consistency Across Departments:</a:t>
            </a:r>
            <a:endParaRPr lang="en-US" b="0" i="0" dirty="0">
              <a:solidFill>
                <a:srgbClr val="374151"/>
              </a:solidFill>
              <a:effectLst/>
              <a:latin typeface="Söhne"/>
            </a:endParaRPr>
          </a:p>
          <a:p>
            <a:pPr lvl="1" algn="l">
              <a:buFont typeface="Wingdings" panose="05000000000000000000" pitchFamily="2" charset="2"/>
              <a:buChar char="Ø"/>
            </a:pPr>
            <a:r>
              <a:rPr lang="en-US" b="0" i="0" dirty="0">
                <a:effectLst/>
                <a:latin typeface="Söhne"/>
              </a:rPr>
              <a:t>The average Total Working Years is relatively consistent across all departments, ranging from 20.32 to 20.67 years. This indicates a balanced distribution of experience levels among employees</a:t>
            </a:r>
            <a:r>
              <a:rPr lang="en-US" b="0" i="0" dirty="0">
                <a:solidFill>
                  <a:srgbClr val="374151"/>
                </a:solidFill>
                <a:effectLst/>
                <a:latin typeface="Söhne"/>
              </a:rPr>
              <a:t>.</a:t>
            </a:r>
          </a:p>
          <a:p>
            <a:pPr algn="l">
              <a:buFont typeface="+mj-lt"/>
              <a:buAutoNum type="arabicPeriod"/>
            </a:pPr>
            <a:r>
              <a:rPr lang="en-US" b="1" i="0" dirty="0">
                <a:solidFill>
                  <a:srgbClr val="374151"/>
                </a:solidFill>
                <a:effectLst/>
                <a:latin typeface="Söhne"/>
              </a:rPr>
              <a:t>High Experience Levels:</a:t>
            </a:r>
            <a:endParaRPr lang="en-US" b="0" i="0" dirty="0">
              <a:solidFill>
                <a:srgbClr val="374151"/>
              </a:solidFill>
              <a:effectLst/>
              <a:latin typeface="Söhne"/>
            </a:endParaRPr>
          </a:p>
          <a:p>
            <a:pPr lvl="1" algn="l">
              <a:buFont typeface="Wingdings" panose="05000000000000000000" pitchFamily="2" charset="2"/>
              <a:buChar char="Ø"/>
            </a:pPr>
            <a:r>
              <a:rPr lang="en-US" b="0" i="0" dirty="0">
                <a:solidFill>
                  <a:srgbClr val="374151"/>
                </a:solidFill>
                <a:effectLst/>
                <a:latin typeface="Söhne"/>
              </a:rPr>
              <a:t>Across the board, employees in different departments demonstrate a substantial average Total Working Years, suggesting a seasoned workforce. This can positively impact productivity and efficiency.</a:t>
            </a:r>
          </a:p>
          <a:p>
            <a:pPr algn="l">
              <a:buFont typeface="+mj-lt"/>
              <a:buAutoNum type="arabicPeriod"/>
            </a:pPr>
            <a:r>
              <a:rPr lang="en-US" b="1" i="0" dirty="0">
                <a:solidFill>
                  <a:srgbClr val="374151"/>
                </a:solidFill>
                <a:effectLst/>
                <a:latin typeface="Söhne"/>
              </a:rPr>
              <a:t>Potential Skill Set Variation:</a:t>
            </a:r>
            <a:endParaRPr lang="en-US" b="0" i="0" dirty="0">
              <a:solidFill>
                <a:srgbClr val="374151"/>
              </a:solidFill>
              <a:effectLst/>
              <a:latin typeface="Söhne"/>
            </a:endParaRPr>
          </a:p>
          <a:p>
            <a:pPr lvl="1" algn="l">
              <a:buFont typeface="Wingdings" panose="05000000000000000000" pitchFamily="2" charset="2"/>
              <a:buChar char="Ø"/>
            </a:pPr>
            <a:r>
              <a:rPr lang="en-US" b="0" i="0" dirty="0">
                <a:solidFill>
                  <a:srgbClr val="374151"/>
                </a:solidFill>
                <a:effectLst/>
                <a:latin typeface="Söhne"/>
              </a:rPr>
              <a:t>While the average years of experience are similar, it's crucial to explore the specific skill sets within each department. Assess whether there are specialized skills or areas of expertise unique to certain departments.</a:t>
            </a:r>
          </a:p>
          <a:p>
            <a:pPr algn="l">
              <a:buFont typeface="Arial" panose="020B0604020202020204" pitchFamily="34" charset="0"/>
              <a:buChar char="•"/>
            </a:pPr>
            <a:endParaRPr lang="en-US" sz="1900" b="0" i="0" dirty="0">
              <a:solidFill>
                <a:srgbClr val="374151"/>
              </a:solidFill>
              <a:effectLst/>
              <a:latin typeface="Söhne"/>
            </a:endParaRPr>
          </a:p>
        </p:txBody>
      </p:sp>
      <p:sp>
        <p:nvSpPr>
          <p:cNvPr id="21" name="Title 20">
            <a:extLst>
              <a:ext uri="{FF2B5EF4-FFF2-40B4-BE49-F238E27FC236}">
                <a16:creationId xmlns:a16="http://schemas.microsoft.com/office/drawing/2014/main" id="{4095A0CF-E335-0C44-AB23-48EE18153C8F}"/>
              </a:ext>
            </a:extLst>
          </p:cNvPr>
          <p:cNvSpPr>
            <a:spLocks noGrp="1"/>
          </p:cNvSpPr>
          <p:nvPr>
            <p:ph type="title" idx="4294967295"/>
          </p:nvPr>
        </p:nvSpPr>
        <p:spPr>
          <a:xfrm>
            <a:off x="6429375" y="259703"/>
            <a:ext cx="4791075" cy="584200"/>
          </a:xfrm>
        </p:spPr>
        <p:txBody>
          <a:bodyPr>
            <a:normAutofit fontScale="90000"/>
          </a:bodyPr>
          <a:lstStyle/>
          <a:p>
            <a:r>
              <a:rPr lang="en-US" dirty="0"/>
              <a:t>Observations</a:t>
            </a:r>
          </a:p>
        </p:txBody>
      </p:sp>
      <p:graphicFrame>
        <p:nvGraphicFramePr>
          <p:cNvPr id="5" name="Picture Placeholder 4">
            <a:extLst>
              <a:ext uri="{FF2B5EF4-FFF2-40B4-BE49-F238E27FC236}">
                <a16:creationId xmlns:a16="http://schemas.microsoft.com/office/drawing/2014/main" id="{CB735C11-4023-9534-13DB-D62739CCAA55}"/>
              </a:ext>
            </a:extLst>
          </p:cNvPr>
          <p:cNvGraphicFramePr>
            <a:graphicFrameLocks noGrp="1"/>
          </p:cNvGraphicFramePr>
          <p:nvPr>
            <p:ph type="pic" sz="quarter" idx="4294967295"/>
            <p:extLst>
              <p:ext uri="{D42A27DB-BD31-4B8C-83A1-F6EECF244321}">
                <p14:modId xmlns:p14="http://schemas.microsoft.com/office/powerpoint/2010/main" val="2589853750"/>
              </p:ext>
            </p:extLst>
          </p:nvPr>
        </p:nvGraphicFramePr>
        <p:xfrm>
          <a:off x="0" y="571500"/>
          <a:ext cx="5553075" cy="5715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2ADEBA2D-6C9A-2841-19C5-F5FD4E116A2A}"/>
              </a:ext>
            </a:extLst>
          </p:cNvPr>
          <p:cNvGraphicFramePr/>
          <p:nvPr>
            <p:extLst>
              <p:ext uri="{D42A27DB-BD31-4B8C-83A1-F6EECF244321}">
                <p14:modId xmlns:p14="http://schemas.microsoft.com/office/powerpoint/2010/main" val="2017272090"/>
              </p:ext>
            </p:extLst>
          </p:nvPr>
        </p:nvGraphicFramePr>
        <p:xfrm>
          <a:off x="-120650" y="974326"/>
          <a:ext cx="6473825" cy="518175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28819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3A1EDC-CF41-4438-BB57-18569B953129}"/>
              </a:ext>
            </a:extLst>
          </p:cNvPr>
          <p:cNvSpPr>
            <a:spLocks noGrp="1"/>
          </p:cNvSpPr>
          <p:nvPr>
            <p:ph idx="4294967295"/>
          </p:nvPr>
        </p:nvSpPr>
        <p:spPr>
          <a:xfrm>
            <a:off x="0" y="1470025"/>
            <a:ext cx="10912475" cy="4706938"/>
          </a:xfrm>
        </p:spPr>
        <p:txBody>
          <a:bodyPr>
            <a:normAutofit lnSpcReduction="10000"/>
          </a:bodyPr>
          <a:lstStyle/>
          <a:p>
            <a:pPr algn="l">
              <a:buFont typeface="+mj-lt"/>
              <a:buAutoNum type="arabicPeriod"/>
            </a:pPr>
            <a:r>
              <a:rPr lang="en-US" b="1" i="0" dirty="0">
                <a:solidFill>
                  <a:srgbClr val="374151"/>
                </a:solidFill>
                <a:effectLst/>
                <a:latin typeface="Söhne"/>
              </a:rPr>
              <a:t>Succession Planning:</a:t>
            </a:r>
            <a:endParaRPr lang="en-US" b="0" i="0" dirty="0">
              <a:solidFill>
                <a:srgbClr val="374151"/>
              </a:solidFill>
              <a:effectLst/>
              <a:latin typeface="Söhne"/>
            </a:endParaRPr>
          </a:p>
          <a:p>
            <a:pPr lvl="1" algn="l">
              <a:buFont typeface="Wingdings" panose="05000000000000000000" pitchFamily="2" charset="2"/>
              <a:buChar char="Ø"/>
            </a:pPr>
            <a:r>
              <a:rPr lang="en-US" b="0" i="0" dirty="0">
                <a:solidFill>
                  <a:srgbClr val="374151"/>
                </a:solidFill>
                <a:effectLst/>
                <a:latin typeface="Söhne"/>
              </a:rPr>
              <a:t>Develop a robust succession planning strategy to mitigate the risk associated with an aging workforce. Identify and groom potential leaders from within to ensure a smooth transition of knowledge and responsibilities.</a:t>
            </a:r>
          </a:p>
          <a:p>
            <a:pPr algn="l">
              <a:buFont typeface="+mj-lt"/>
              <a:buAutoNum type="arabicPeriod"/>
            </a:pPr>
            <a:r>
              <a:rPr lang="en-US" b="1" i="0" dirty="0">
                <a:solidFill>
                  <a:srgbClr val="374151"/>
                </a:solidFill>
                <a:effectLst/>
                <a:latin typeface="Söhne"/>
              </a:rPr>
              <a:t>Skill Diversification:</a:t>
            </a:r>
            <a:endParaRPr lang="en-US" b="0" i="0" dirty="0">
              <a:solidFill>
                <a:srgbClr val="374151"/>
              </a:solidFill>
              <a:effectLst/>
              <a:latin typeface="Söhne"/>
            </a:endParaRPr>
          </a:p>
          <a:p>
            <a:pPr lvl="1" algn="l">
              <a:buFont typeface="Wingdings" panose="05000000000000000000" pitchFamily="2" charset="2"/>
              <a:buChar char="Ø"/>
            </a:pPr>
            <a:r>
              <a:rPr lang="en-US" b="0" i="0" dirty="0">
                <a:solidFill>
                  <a:srgbClr val="374151"/>
                </a:solidFill>
                <a:effectLst/>
                <a:latin typeface="Söhne"/>
              </a:rPr>
              <a:t>Encourage cross-functional training and development programs to diversify the skill sets within each department. This can enhance the overall flexibility of the workforce and prepare employees for evolving roles.</a:t>
            </a:r>
          </a:p>
          <a:p>
            <a:pPr algn="l">
              <a:buFont typeface="+mj-lt"/>
              <a:buAutoNum type="arabicPeriod"/>
            </a:pPr>
            <a:r>
              <a:rPr lang="en-US" b="1" i="0" dirty="0">
                <a:solidFill>
                  <a:srgbClr val="374151"/>
                </a:solidFill>
                <a:effectLst/>
                <a:latin typeface="Söhne"/>
              </a:rPr>
              <a:t>Knowledge Transfer Programs:</a:t>
            </a:r>
            <a:endParaRPr lang="en-US" b="0" i="0" dirty="0">
              <a:solidFill>
                <a:srgbClr val="374151"/>
              </a:solidFill>
              <a:effectLst/>
              <a:latin typeface="Söhne"/>
            </a:endParaRPr>
          </a:p>
          <a:p>
            <a:pPr lvl="1" algn="l">
              <a:buFont typeface="Wingdings" panose="05000000000000000000" pitchFamily="2" charset="2"/>
              <a:buChar char="Ø"/>
            </a:pPr>
            <a:r>
              <a:rPr lang="en-US" b="0" i="0" dirty="0">
                <a:solidFill>
                  <a:srgbClr val="374151"/>
                </a:solidFill>
                <a:effectLst/>
                <a:latin typeface="Söhne"/>
              </a:rPr>
              <a:t>Implement knowledge transfer programs to capture and share the wealth of experience within the organization. This can involve mentorship initiatives, documentation of best practices, and regular knowledge-sharing sessions.</a:t>
            </a:r>
          </a:p>
          <a:p>
            <a:pPr algn="l">
              <a:buFont typeface="Arial" panose="020B0604020202020204" pitchFamily="34" charset="0"/>
              <a:buChar char="•"/>
            </a:pPr>
            <a:endParaRPr lang="en-US" b="0" i="0" dirty="0">
              <a:solidFill>
                <a:srgbClr val="374151"/>
              </a:solidFill>
              <a:effectLst/>
              <a:latin typeface="Sitka Small Semibold" pitchFamily="2" charset="0"/>
            </a:endParaRPr>
          </a:p>
        </p:txBody>
      </p:sp>
      <p:sp>
        <p:nvSpPr>
          <p:cNvPr id="2" name="Title 1">
            <a:extLst>
              <a:ext uri="{FF2B5EF4-FFF2-40B4-BE49-F238E27FC236}">
                <a16:creationId xmlns:a16="http://schemas.microsoft.com/office/drawing/2014/main" id="{5CFB284A-573D-46BB-8DDB-1E198A12A19F}"/>
              </a:ext>
            </a:extLst>
          </p:cNvPr>
          <p:cNvSpPr>
            <a:spLocks noGrp="1"/>
          </p:cNvSpPr>
          <p:nvPr>
            <p:ph type="title" idx="4294967295"/>
          </p:nvPr>
        </p:nvSpPr>
        <p:spPr>
          <a:xfrm>
            <a:off x="0" y="484188"/>
            <a:ext cx="10904538" cy="582612"/>
          </a:xfrm>
        </p:spPr>
        <p:txBody>
          <a:bodyPr>
            <a:normAutofit fontScale="90000"/>
          </a:bodyPr>
          <a:lstStyle/>
          <a:p>
            <a:r>
              <a:rPr lang="en-US" dirty="0"/>
              <a:t>Suggestions</a:t>
            </a:r>
          </a:p>
        </p:txBody>
      </p:sp>
    </p:spTree>
    <p:extLst>
      <p:ext uri="{BB962C8B-B14F-4D97-AF65-F5344CB8AC3E}">
        <p14:creationId xmlns:p14="http://schemas.microsoft.com/office/powerpoint/2010/main" val="1459366218"/>
      </p:ext>
    </p:extLst>
  </p:cSld>
  <p:clrMapOvr>
    <a:masterClrMapping/>
  </p:clrMapOvr>
</p:sld>
</file>

<file path=ppt/theme/theme1.xml><?xml version="1.0" encoding="utf-8"?>
<a:theme xmlns:a="http://schemas.openxmlformats.org/drawingml/2006/main" name="Minimal and Muted_ALT">
  <a:themeElements>
    <a:clrScheme name="Japan 2">
      <a:dk1>
        <a:srgbClr val="231B23"/>
      </a:dk1>
      <a:lt1>
        <a:srgbClr val="FCF5E5"/>
      </a:lt1>
      <a:dk2>
        <a:srgbClr val="231B23"/>
      </a:dk2>
      <a:lt2>
        <a:srgbClr val="FCF5E5"/>
      </a:lt2>
      <a:accent1>
        <a:srgbClr val="FDA431"/>
      </a:accent1>
      <a:accent2>
        <a:srgbClr val="4DA1A8"/>
      </a:accent2>
      <a:accent3>
        <a:srgbClr val="D7E7BA"/>
      </a:accent3>
      <a:accent4>
        <a:srgbClr val="FCF5E5"/>
      </a:accent4>
      <a:accent5>
        <a:srgbClr val="231B23"/>
      </a:accent5>
      <a:accent6>
        <a:srgbClr val="EECED3"/>
      </a:accent6>
      <a:hlink>
        <a:srgbClr val="FCA330"/>
      </a:hlink>
      <a:folHlink>
        <a:srgbClr val="4DA1A8"/>
      </a:folHlink>
    </a:clrScheme>
    <a:fontScheme name="Japanese Template">
      <a:majorFont>
        <a:latin typeface="Meiryo UI"/>
        <a:ea typeface=""/>
        <a:cs typeface=""/>
      </a:majorFont>
      <a:minorFont>
        <a:latin typeface="Meiryo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5D9CFDCE-107C-4BA4-BAF5-1A16F67739C2}" vid="{98006FC8-790D-4EF4-A18C-2AD650A2781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Japanese business presentation</Template>
  <TotalTime>93</TotalTime>
  <Words>256</Words>
  <Application>Microsoft Office PowerPoint</Application>
  <PresentationFormat>Widescreen</PresentationFormat>
  <Paragraphs>24</Paragraphs>
  <Slides>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Meiryo</vt:lpstr>
      <vt:lpstr>Meiryo UI</vt:lpstr>
      <vt:lpstr>Arial</vt:lpstr>
      <vt:lpstr>Calibri</vt:lpstr>
      <vt:lpstr>Sitka Small Semibold</vt:lpstr>
      <vt:lpstr>Söhne</vt:lpstr>
      <vt:lpstr>Wingdings</vt:lpstr>
      <vt:lpstr>Minimal and Muted_ALT</vt:lpstr>
      <vt:lpstr>HR ANALYTICS</vt:lpstr>
      <vt:lpstr>HR ANALYTICS KPI CHART</vt:lpstr>
      <vt:lpstr>Observations</vt:lpstr>
      <vt:lpstr>Suggestions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dc:title>
  <dc:creator>ajay sankpal</dc:creator>
  <cp:lastModifiedBy>ajay sankpal</cp:lastModifiedBy>
  <cp:revision>4</cp:revision>
  <dcterms:created xsi:type="dcterms:W3CDTF">2023-11-28T14:06:47Z</dcterms:created>
  <dcterms:modified xsi:type="dcterms:W3CDTF">2023-11-30T17:13:13Z</dcterms:modified>
</cp:coreProperties>
</file>